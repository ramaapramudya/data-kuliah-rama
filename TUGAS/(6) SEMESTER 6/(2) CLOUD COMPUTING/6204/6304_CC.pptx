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F0E2-D660-E1C6-1E0D-1D7E0B532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E78BB-9B1E-C694-7FFF-A12C2D50F1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16E6B-E042-8071-2E74-6B352173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ABB6F-64CF-B556-B81C-45A5B460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4B4E0-BDD5-3C43-7AD9-8D827E977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0521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07CEE-0BDD-4783-A944-69B92DF40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2A601-F80D-B6AD-9634-191053166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10D4A-4788-C888-0EE2-6135B669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ED862-731F-9CD8-E643-6CDD5B52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AC55F-89CD-4B31-A0BB-22F447410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379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925E7-4AB4-C0F3-9DAC-2F08D37C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E2C01-BB5E-CA42-91FA-DF6C12953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1331A-198C-B13E-6F5F-D6342D7E7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EE7-BE56-6598-181B-1637B89B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E4AAB-F9A6-E74D-A67D-8BA0153E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606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9629C-6916-A485-0D13-D118A24F1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477EF-1905-E56F-B578-AF92361A32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D41D5-4DB4-ABBF-68D0-86B912AE1F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020AE-8899-8674-581B-2DF6319EC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8F943-2E00-B9DE-81B2-EDAA5AC9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7EFE0-4148-8E17-2E62-08DFE7E3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040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5002-8FF7-20E2-3D23-B8EDC47B6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00B03-80CC-455E-0180-186A4EEE6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9D849-BFF3-43E6-E0C7-11643179D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767862-B6DB-0DB0-E27C-B96AA2BD6D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FC797-C7EB-1E9F-46A4-F60C87C264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03A3CD-C077-DAC9-0FCD-DF546DCE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CF0860-248D-D604-BB92-AE282ECA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4684A3-DFD4-031C-1B91-9D51C398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8930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C274-CECE-463A-04E7-DF873B7A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E8D2E4-D1E4-0D61-6075-EF3D7CDB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859949-1FE7-336B-77B1-E8C3376E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3A17A-05DE-BE6F-CBAA-7F0DC7229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3349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6ECFA-1ED1-9EE3-E0CF-886F3B3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9A94F-8408-AD1E-301A-9AD508EC7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65BFA-7A12-B8DD-93AF-6DF45694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8189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A667F-FA3C-7B1E-F5D0-F8567642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60DD8-2FF7-69FF-C141-2B806FEB5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2687C-C808-1143-EE5F-AF4704EDF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65426-4DBC-757B-7D4F-5A6283D10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399C5-0AF4-8BB9-2DE4-22877589E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71C01-966E-0888-2E26-739F8E16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802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342EB-5D03-31EC-6DD4-645EF20B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770816-001B-CA77-E7EC-C38A84658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658BC7-5CAF-1440-39C3-6C61D0C73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16C8FA-47BB-1CCA-D9C1-52C0663B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03A9E-434A-7F12-3F1C-DC077906B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3EDF-D841-AD1B-31D7-D209A204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9535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5317-D1F9-CD6A-3D85-D00855C0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620FF-8A3A-FB28-AB11-7C4B9AE053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BA755-3DF8-7BC9-DF6F-109F1EB6A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7A9C9-9DA7-8E14-D14A-F2BDEE46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2FA45-A40A-750F-02CF-053A5E612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838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F8ABE-A454-CBF5-530E-508AE195DB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D9205-5236-3BF0-FB45-0BDC24483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904C7-5BDA-A4DF-767B-1AFB6D989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5A1E2-F51A-D1E0-A268-741DD916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1F43E-E905-228E-56DA-F5224610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9040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993278-21B6-085E-8D02-32B44378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412D5-533A-F003-19C3-40FCCC8F2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E4DB-EB68-23F7-358B-E921D3575B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C6A53-8DBB-472C-9850-58946D89D3A4}" type="datetimeFigureOut">
              <a:rPr lang="en-ID" smtClean="0"/>
              <a:t>14/04/2025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FEC4B-6339-6EFA-1FB5-27E22ADFD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4B4A2-4213-1F78-FA2C-207B184C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F6A9A-ABAE-4C1B-ADAB-FBF856F9632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1607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E9B5-252E-21B5-F90A-B3B8F3237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857184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Drive vs OneDrive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 descr="A blue cloud logo with black background&#10;&#10;AI-generated content may be incorrect.">
            <a:extLst>
              <a:ext uri="{FF2B5EF4-FFF2-40B4-BE49-F238E27FC236}">
                <a16:creationId xmlns:a16="http://schemas.microsoft.com/office/drawing/2014/main" id="{C9E9DE49-D4A9-BD3C-E928-F3B32ED72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173" y="1270628"/>
            <a:ext cx="2891856" cy="1626669"/>
          </a:xfrm>
          <a:prstGeom prst="rect">
            <a:avLst/>
          </a:prstGeom>
        </p:spPr>
      </p:pic>
      <p:pic>
        <p:nvPicPr>
          <p:cNvPr id="11" name="Picture 10" descr="A colorful triangle with black background&#10;&#10;AI-generated content may be incorrect.">
            <a:extLst>
              <a:ext uri="{FF2B5EF4-FFF2-40B4-BE49-F238E27FC236}">
                <a16:creationId xmlns:a16="http://schemas.microsoft.com/office/drawing/2014/main" id="{97EC1E5B-440F-DF20-A212-A33E66BAD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712" y="1174469"/>
            <a:ext cx="2891856" cy="18189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EC01839-B1E1-B06D-71A4-CD50B94CE14F}"/>
              </a:ext>
            </a:extLst>
          </p:cNvPr>
          <p:cNvSpPr txBox="1">
            <a:spLocks/>
          </p:cNvSpPr>
          <p:nvPr/>
        </p:nvSpPr>
        <p:spPr>
          <a:xfrm>
            <a:off x="1524000" y="4731351"/>
            <a:ext cx="9144000" cy="8571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Disusun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oleh:</a:t>
            </a:r>
          </a:p>
          <a:p>
            <a:endParaRPr lang="en-US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Rama Pramudya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Wibisana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	20223320019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02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E0339E-873C-9371-DB8B-656DF9C3B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55E82-E311-84D9-C8FC-524C24D23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736" y="918429"/>
            <a:ext cx="7776144" cy="8571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Definisi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colorful triangle with black background&#10;&#10;AI-generated content may be incorrect.">
            <a:extLst>
              <a:ext uri="{FF2B5EF4-FFF2-40B4-BE49-F238E27FC236}">
                <a16:creationId xmlns:a16="http://schemas.microsoft.com/office/drawing/2014/main" id="{C058E054-C751-46A8-148B-0DA6DC7514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519505"/>
            <a:ext cx="2891856" cy="18189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5AEDC84-2CB1-0F43-81AA-0C48A4A7B203}"/>
              </a:ext>
            </a:extLst>
          </p:cNvPr>
          <p:cNvSpPr txBox="1">
            <a:spLocks/>
          </p:cNvSpPr>
          <p:nvPr/>
        </p:nvSpPr>
        <p:spPr>
          <a:xfrm>
            <a:off x="3074736" y="176929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berbasis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milik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yang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diluncurkan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2012.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daring dan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mengaksesnya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internet.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D30C55-0DC4-F58A-A81E-87A3B7658DFD}"/>
              </a:ext>
            </a:extLst>
          </p:cNvPr>
          <p:cNvSpPr txBox="1">
            <a:spLocks/>
          </p:cNvSpPr>
          <p:nvPr/>
        </p:nvSpPr>
        <p:spPr>
          <a:xfrm>
            <a:off x="3074736" y="3574026"/>
            <a:ext cx="7776144" cy="8571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32CB3-5CED-DAE2-757D-06DC440C3B53}"/>
              </a:ext>
            </a:extLst>
          </p:cNvPr>
          <p:cNvSpPr txBox="1">
            <a:spLocks/>
          </p:cNvSpPr>
          <p:nvPr/>
        </p:nvSpPr>
        <p:spPr>
          <a:xfrm>
            <a:off x="3074736" y="443121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Selain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Google 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terintegrasi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ekosistem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Workspace,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Docs, Sheets, dan Slides, yang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waktu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nyata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8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B7162-F18E-32C2-6552-B2768A72F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6399-6474-08CC-96BA-EADCCBD5C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736" y="2070573"/>
            <a:ext cx="7776144" cy="8571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colorful triangle with black background&#10;&#10;AI-generated content may be incorrect.">
            <a:extLst>
              <a:ext uri="{FF2B5EF4-FFF2-40B4-BE49-F238E27FC236}">
                <a16:creationId xmlns:a16="http://schemas.microsoft.com/office/drawing/2014/main" id="{4DE4DB18-7CC0-D145-A8A8-DD55CB230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519505"/>
            <a:ext cx="2891856" cy="18189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C2961D9-5396-39ED-AF25-205A781C2C5D}"/>
              </a:ext>
            </a:extLst>
          </p:cNvPr>
          <p:cNvSpPr txBox="1">
            <a:spLocks/>
          </p:cNvSpPr>
          <p:nvPr/>
        </p:nvSpPr>
        <p:spPr>
          <a:xfrm>
            <a:off x="3074736" y="2921433"/>
            <a:ext cx="7776144" cy="18189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Google 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bekerja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milik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Google.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mengunggah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seluler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lalu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menyinkronkan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antar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Saat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dibuka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Docs,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perubahan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tersimpan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dilihat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kolaborator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963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BF1C5-40E4-5F20-D78F-C8201D563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82E9-52DC-B77B-764F-A158BE4F76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736" y="918429"/>
            <a:ext cx="7776144" cy="8571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Kelebihan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A colorful triangle with black background&#10;&#10;AI-generated content may be incorrect.">
            <a:extLst>
              <a:ext uri="{FF2B5EF4-FFF2-40B4-BE49-F238E27FC236}">
                <a16:creationId xmlns:a16="http://schemas.microsoft.com/office/drawing/2014/main" id="{28F10E69-A74E-4346-010B-C9DC219F0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" y="2519505"/>
            <a:ext cx="2891856" cy="181898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0AAD148-AED0-BBB9-5505-D89C49338E61}"/>
              </a:ext>
            </a:extLst>
          </p:cNvPr>
          <p:cNvSpPr txBox="1">
            <a:spLocks/>
          </p:cNvSpPr>
          <p:nvPr/>
        </p:nvSpPr>
        <p:spPr>
          <a:xfrm>
            <a:off x="3074736" y="176929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Terintegrasi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penuh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lainnya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real-time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perlu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manual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gratis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hingga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15GB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279D88-E3BF-BD12-E8C0-F310E9BED2E8}"/>
              </a:ext>
            </a:extLst>
          </p:cNvPr>
          <p:cNvSpPr txBox="1">
            <a:spLocks/>
          </p:cNvSpPr>
          <p:nvPr/>
        </p:nvSpPr>
        <p:spPr>
          <a:xfrm>
            <a:off x="3074736" y="3574026"/>
            <a:ext cx="7776144" cy="8571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Kekurangan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7E6F12-DE3C-EDE7-2EE4-F0DD14FB5EC3}"/>
              </a:ext>
            </a:extLst>
          </p:cNvPr>
          <p:cNvSpPr txBox="1">
            <a:spLocks/>
          </p:cNvSpPr>
          <p:nvPr/>
        </p:nvSpPr>
        <p:spPr>
          <a:xfrm>
            <a:off x="3074736" y="443121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Ketergantungan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koneksi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internet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Batasan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habis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Isu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keamanan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menjadi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perhatian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tersendiri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96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755BA-F5D2-49DB-6A9C-49C5494A6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E4F6-7FF1-4C43-2957-BA7E07BC3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736" y="1393917"/>
            <a:ext cx="7776144" cy="8571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Definisi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D69556D-E79D-0AEE-DE1E-EB5AD205596D}"/>
              </a:ext>
            </a:extLst>
          </p:cNvPr>
          <p:cNvSpPr txBox="1">
            <a:spLocks/>
          </p:cNvSpPr>
          <p:nvPr/>
        </p:nvSpPr>
        <p:spPr>
          <a:xfrm>
            <a:off x="3074736" y="2244778"/>
            <a:ext cx="7776144" cy="6574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adalah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cloud storage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Microsoft yang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diperkenalkan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tahun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2007,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awalnya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nama SkyDrive.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Layanan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merupakan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bagian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Microsoft 365.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4C8153-68F8-E56A-BCA0-BEF1AA9C292A}"/>
              </a:ext>
            </a:extLst>
          </p:cNvPr>
          <p:cNvSpPr txBox="1">
            <a:spLocks/>
          </p:cNvSpPr>
          <p:nvPr/>
        </p:nvSpPr>
        <p:spPr>
          <a:xfrm>
            <a:off x="3074736" y="3574026"/>
            <a:ext cx="7776144" cy="8571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E92B3F-7B40-C975-EA5E-54A49FB1EE2A}"/>
              </a:ext>
            </a:extLst>
          </p:cNvPr>
          <p:cNvSpPr txBox="1">
            <a:spLocks/>
          </p:cNvSpPr>
          <p:nvPr/>
        </p:nvSpPr>
        <p:spPr>
          <a:xfrm>
            <a:off x="3074736" y="443121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berbagai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melakukan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Word, Excel, dan PowerPoint online.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ue cloud logo with black background&#10;&#10;AI-generated content may be incorrect.">
            <a:extLst>
              <a:ext uri="{FF2B5EF4-FFF2-40B4-BE49-F238E27FC236}">
                <a16:creationId xmlns:a16="http://schemas.microsoft.com/office/drawing/2014/main" id="{E0DD2D57-6980-BE08-4F7D-94D811062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44" y="2615665"/>
            <a:ext cx="2891856" cy="162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69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44014-E02E-C5AB-CA12-521669A6D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9EF39-F030-9BCA-316A-CB3C12A6F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736" y="2070573"/>
            <a:ext cx="7776144" cy="8571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Konsep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Kerja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3909201-36F7-C042-EB23-7D47C1D0E5CF}"/>
              </a:ext>
            </a:extLst>
          </p:cNvPr>
          <p:cNvSpPr txBox="1">
            <a:spLocks/>
          </p:cNvSpPr>
          <p:nvPr/>
        </p:nvSpPr>
        <p:spPr>
          <a:xfrm>
            <a:off x="3074736" y="2921433"/>
            <a:ext cx="7776144" cy="15134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Drive, OneDrive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file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server cloud. File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diakses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desktop,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seluler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web. OneDrive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memiliki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sinkronisasi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memastikan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tetap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up-to-date di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dilakukan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melalui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Microsoft Office Online.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blue cloud logo with black background&#10;&#10;AI-generated content may be incorrect.">
            <a:extLst>
              <a:ext uri="{FF2B5EF4-FFF2-40B4-BE49-F238E27FC236}">
                <a16:creationId xmlns:a16="http://schemas.microsoft.com/office/drawing/2014/main" id="{0CD674B2-1B89-8F46-2F92-C134D885A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44" y="2615665"/>
            <a:ext cx="2891856" cy="162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757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7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6811E2-971A-E150-B9AD-D0C40043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C3189-07D4-A5C0-9F26-C9AFA51DC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736" y="918429"/>
            <a:ext cx="7776144" cy="857184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Kelebihan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4F9113-B904-69ED-1B57-7AFFBF203808}"/>
              </a:ext>
            </a:extLst>
          </p:cNvPr>
          <p:cNvSpPr txBox="1">
            <a:spLocks/>
          </p:cNvSpPr>
          <p:nvPr/>
        </p:nvSpPr>
        <p:spPr>
          <a:xfrm>
            <a:off x="3074736" y="176929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Integrasi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Microsoft Office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Personal Vault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keamanan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tambahan</a:t>
            </a:r>
            <a:endParaRPr lang="en-US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Tersedia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5GB gratis dan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berlangganan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Microsoft 365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F08BEA-FC08-4498-8197-A143492C5E62}"/>
              </a:ext>
            </a:extLst>
          </p:cNvPr>
          <p:cNvSpPr txBox="1">
            <a:spLocks/>
          </p:cNvSpPr>
          <p:nvPr/>
        </p:nvSpPr>
        <p:spPr>
          <a:xfrm>
            <a:off x="3074736" y="3574026"/>
            <a:ext cx="7776144" cy="8571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Kekurangan</a:t>
            </a:r>
            <a:endParaRPr lang="en-ID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A6B770-86A2-F194-85EC-A12C9F2897B3}"/>
              </a:ext>
            </a:extLst>
          </p:cNvPr>
          <p:cNvSpPr txBox="1">
            <a:spLocks/>
          </p:cNvSpPr>
          <p:nvPr/>
        </p:nvSpPr>
        <p:spPr>
          <a:xfrm>
            <a:off x="3074736" y="4431210"/>
            <a:ext cx="7776144" cy="1035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kolaborasi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kurang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intuitif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dibanding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 Drive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Penyimpanan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gratis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kecil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Google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Kinerja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melambat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spesifikasi</a:t>
            </a: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endParaRPr lang="en-ID" sz="16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blue cloud logo with black background&#10;&#10;AI-generated content may be incorrect.">
            <a:extLst>
              <a:ext uri="{FF2B5EF4-FFF2-40B4-BE49-F238E27FC236}">
                <a16:creationId xmlns:a16="http://schemas.microsoft.com/office/drawing/2014/main" id="{DBEDC292-0D6C-29B6-A239-FD698D65C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344" y="2615665"/>
            <a:ext cx="2891856" cy="162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783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309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Google Drive vs OneDrive</vt:lpstr>
      <vt:lpstr>Definisi</vt:lpstr>
      <vt:lpstr>Konsep Kerja</vt:lpstr>
      <vt:lpstr>Kelebihan</vt:lpstr>
      <vt:lpstr>Definisi</vt:lpstr>
      <vt:lpstr>Konsep Kerja</vt:lpstr>
      <vt:lpstr>Kelebihan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 Pramudya</dc:creator>
  <cp:lastModifiedBy>Rama Pramudya</cp:lastModifiedBy>
  <cp:revision>2</cp:revision>
  <dcterms:created xsi:type="dcterms:W3CDTF">2025-04-14T11:22:08Z</dcterms:created>
  <dcterms:modified xsi:type="dcterms:W3CDTF">2025-04-14T11:46:55Z</dcterms:modified>
</cp:coreProperties>
</file>