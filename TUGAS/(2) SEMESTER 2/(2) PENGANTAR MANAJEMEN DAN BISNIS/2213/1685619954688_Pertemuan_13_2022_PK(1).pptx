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media/image8.jpg" ContentType="image/png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268" r:id="rId4"/>
    <p:sldId id="267" r:id="rId5"/>
    <p:sldId id="269" r:id="rId6"/>
    <p:sldId id="270" r:id="rId7"/>
    <p:sldId id="265" r:id="rId8"/>
    <p:sldId id="266" r:id="rId9"/>
    <p:sldId id="271" r:id="rId10"/>
    <p:sldId id="272" r:id="rId11"/>
    <p:sldId id="274" r:id="rId12"/>
    <p:sldId id="273" r:id="rId13"/>
    <p:sldId id="276" r:id="rId14"/>
    <p:sldId id="278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F7538D-CA42-4D84-B74D-7E9A8D262F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3D050781-1EC6-4B10-8AEC-6971D815E90E}">
      <dgm:prSet/>
      <dgm:spPr/>
      <dgm:t>
        <a:bodyPr/>
        <a:lstStyle/>
        <a:p>
          <a:endParaRPr lang="en-ID"/>
        </a:p>
      </dgm:t>
    </dgm:pt>
    <dgm:pt modelId="{274E49C2-B0A5-493E-84D6-8517519FAA9F}" type="parTrans" cxnId="{9889E460-6790-4017-8D87-FB29F67303D2}">
      <dgm:prSet/>
      <dgm:spPr/>
      <dgm:t>
        <a:bodyPr/>
        <a:lstStyle/>
        <a:p>
          <a:endParaRPr lang="en-ID"/>
        </a:p>
      </dgm:t>
    </dgm:pt>
    <dgm:pt modelId="{CE0EDBEB-62F5-4567-A12D-21C2443660A6}" type="sibTrans" cxnId="{9889E460-6790-4017-8D87-FB29F67303D2}">
      <dgm:prSet/>
      <dgm:spPr/>
      <dgm:t>
        <a:bodyPr/>
        <a:lstStyle/>
        <a:p>
          <a:endParaRPr lang="en-ID"/>
        </a:p>
      </dgm:t>
    </dgm:pt>
    <dgm:pt modelId="{543CC931-3DD1-4E95-A18F-747426EB114F}">
      <dgm:prSet/>
      <dgm:spPr/>
      <dgm:t>
        <a:bodyPr/>
        <a:lstStyle/>
        <a:p>
          <a:r>
            <a:rPr lang="fi-FI" b="0" i="0" baseline="0" dirty="0"/>
            <a:t>Pengertian Manajemen  Penilaian </a:t>
          </a:r>
          <a:r>
            <a:rPr lang="fi-FI" dirty="0"/>
            <a:t>K</a:t>
          </a:r>
          <a:r>
            <a:rPr lang="fi-FI" b="0" i="0" baseline="0" dirty="0"/>
            <a:t>inerja</a:t>
          </a:r>
          <a:endParaRPr lang="en-ID" dirty="0"/>
        </a:p>
      </dgm:t>
    </dgm:pt>
    <dgm:pt modelId="{7B15020E-F9FF-4E5D-86D0-A8CECA170A14}" type="parTrans" cxnId="{DC0D572B-EA0E-4EF5-AAA5-8F53F73E09C9}">
      <dgm:prSet/>
      <dgm:spPr/>
      <dgm:t>
        <a:bodyPr/>
        <a:lstStyle/>
        <a:p>
          <a:endParaRPr lang="en-ID"/>
        </a:p>
      </dgm:t>
    </dgm:pt>
    <dgm:pt modelId="{CA2EB525-56E7-4079-A730-3BA7BB874DF8}" type="sibTrans" cxnId="{DC0D572B-EA0E-4EF5-AAA5-8F53F73E09C9}">
      <dgm:prSet/>
      <dgm:spPr/>
      <dgm:t>
        <a:bodyPr/>
        <a:lstStyle/>
        <a:p>
          <a:endParaRPr lang="en-ID"/>
        </a:p>
      </dgm:t>
    </dgm:pt>
    <dgm:pt modelId="{2EA6EDD7-D0E3-4DB4-9F64-6E3EF27A1FCB}">
      <dgm:prSet/>
      <dgm:spPr/>
      <dgm:t>
        <a:bodyPr/>
        <a:lstStyle/>
        <a:p>
          <a:r>
            <a:rPr lang="fi-FI" b="0" i="0" baseline="0" dirty="0"/>
            <a:t>Tujuan Manajemen  Penilaian </a:t>
          </a:r>
          <a:r>
            <a:rPr lang="fi-FI" dirty="0"/>
            <a:t>K</a:t>
          </a:r>
          <a:r>
            <a:rPr lang="fi-FI" b="0" i="0" baseline="0" dirty="0"/>
            <a:t>inerja </a:t>
          </a:r>
          <a:endParaRPr lang="en-ID" dirty="0"/>
        </a:p>
      </dgm:t>
    </dgm:pt>
    <dgm:pt modelId="{4B94FDFD-BDDD-45A7-91F8-2978B2A37ED7}" type="parTrans" cxnId="{CC20AE43-1586-422A-851C-E0153F700E19}">
      <dgm:prSet/>
      <dgm:spPr/>
      <dgm:t>
        <a:bodyPr/>
        <a:lstStyle/>
        <a:p>
          <a:endParaRPr lang="en-ID"/>
        </a:p>
      </dgm:t>
    </dgm:pt>
    <dgm:pt modelId="{5127DE94-85E4-4EF3-B066-BD214275C61A}" type="sibTrans" cxnId="{CC20AE43-1586-422A-851C-E0153F700E19}">
      <dgm:prSet/>
      <dgm:spPr/>
      <dgm:t>
        <a:bodyPr/>
        <a:lstStyle/>
        <a:p>
          <a:endParaRPr lang="en-ID"/>
        </a:p>
      </dgm:t>
    </dgm:pt>
    <dgm:pt modelId="{5BBBE846-8067-4AC6-AF96-02AF0998D4F8}">
      <dgm:prSet/>
      <dgm:spPr/>
      <dgm:t>
        <a:bodyPr/>
        <a:lstStyle/>
        <a:p>
          <a:r>
            <a:rPr lang="en-ID" b="0" i="0" baseline="0" dirty="0" err="1"/>
            <a:t>Permasalahan</a:t>
          </a:r>
          <a:r>
            <a:rPr lang="en-ID" b="0" i="0" baseline="0" dirty="0"/>
            <a:t> </a:t>
          </a:r>
          <a:r>
            <a:rPr lang="en-ID" b="0" i="0" baseline="0" dirty="0" err="1"/>
            <a:t>dalam</a:t>
          </a:r>
          <a:r>
            <a:rPr lang="en-ID" b="0" i="0" baseline="0" dirty="0"/>
            <a:t> </a:t>
          </a:r>
          <a:r>
            <a:rPr lang="en-ID" dirty="0" err="1"/>
            <a:t>P</a:t>
          </a:r>
          <a:r>
            <a:rPr lang="en-ID" b="0" i="0" baseline="0" dirty="0" err="1"/>
            <a:t>enilaian</a:t>
          </a:r>
          <a:r>
            <a:rPr lang="en-ID" b="0" i="0" baseline="0" dirty="0"/>
            <a:t> </a:t>
          </a:r>
          <a:r>
            <a:rPr lang="en-ID" dirty="0"/>
            <a:t>K</a:t>
          </a:r>
          <a:r>
            <a:rPr lang="en-ID" b="0" i="0" baseline="0" dirty="0"/>
            <a:t>inerja </a:t>
          </a:r>
          <a:endParaRPr lang="en-ID" dirty="0"/>
        </a:p>
      </dgm:t>
    </dgm:pt>
    <dgm:pt modelId="{77E350A0-58DE-4365-A865-C8C2B10719BF}" type="parTrans" cxnId="{E989AE06-8AAD-44FD-8010-9C3B30C1C05A}">
      <dgm:prSet/>
      <dgm:spPr/>
      <dgm:t>
        <a:bodyPr/>
        <a:lstStyle/>
        <a:p>
          <a:endParaRPr lang="en-ID"/>
        </a:p>
      </dgm:t>
    </dgm:pt>
    <dgm:pt modelId="{48996660-5AD8-4F95-AA86-F7358934BA67}" type="sibTrans" cxnId="{E989AE06-8AAD-44FD-8010-9C3B30C1C05A}">
      <dgm:prSet/>
      <dgm:spPr/>
      <dgm:t>
        <a:bodyPr/>
        <a:lstStyle/>
        <a:p>
          <a:endParaRPr lang="en-ID"/>
        </a:p>
      </dgm:t>
    </dgm:pt>
    <dgm:pt modelId="{F18BE847-D36F-4277-A21E-882C214CA820}">
      <dgm:prSet/>
      <dgm:spPr/>
      <dgm:t>
        <a:bodyPr/>
        <a:lstStyle/>
        <a:p>
          <a:endParaRPr lang="en-ID" dirty="0"/>
        </a:p>
      </dgm:t>
    </dgm:pt>
    <dgm:pt modelId="{1525839D-A43B-4227-800E-0F57E2E880F2}" type="parTrans" cxnId="{754F51CB-31C8-466D-A396-7D79C8C2493A}">
      <dgm:prSet/>
      <dgm:spPr/>
      <dgm:t>
        <a:bodyPr/>
        <a:lstStyle/>
        <a:p>
          <a:endParaRPr lang="en-ID"/>
        </a:p>
      </dgm:t>
    </dgm:pt>
    <dgm:pt modelId="{9D812DAC-6B93-435D-8A64-C7CF24C390A5}" type="sibTrans" cxnId="{754F51CB-31C8-466D-A396-7D79C8C2493A}">
      <dgm:prSet/>
      <dgm:spPr/>
      <dgm:t>
        <a:bodyPr/>
        <a:lstStyle/>
        <a:p>
          <a:endParaRPr lang="en-ID"/>
        </a:p>
      </dgm:t>
    </dgm:pt>
    <dgm:pt modelId="{E85862B9-CA3F-43EF-92FC-5D4C4F82F7DA}" type="pres">
      <dgm:prSet presAssocID="{ACF7538D-CA42-4D84-B74D-7E9A8D262F6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CE03C8-289A-4566-983D-B1CCC173B094}" type="pres">
      <dgm:prSet presAssocID="{3D050781-1EC6-4B10-8AEC-6971D815E90E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EE229E-23E5-4994-8280-5C15E33BF879}" type="pres">
      <dgm:prSet presAssocID="{3D050781-1EC6-4B10-8AEC-6971D815E90E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D8C84C-4BCC-4A90-A582-925864D43D6B}" type="pres">
      <dgm:prSet presAssocID="{F18BE847-D36F-4277-A21E-882C214CA820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89AE06-8AAD-44FD-8010-9C3B30C1C05A}" srcId="{3D050781-1EC6-4B10-8AEC-6971D815E90E}" destId="{5BBBE846-8067-4AC6-AF96-02AF0998D4F8}" srcOrd="2" destOrd="0" parTransId="{77E350A0-58DE-4365-A865-C8C2B10719BF}" sibTransId="{48996660-5AD8-4F95-AA86-F7358934BA67}"/>
    <dgm:cxn modelId="{24A1C731-0DC6-4A5B-8B7B-2389924AC7A2}" type="presOf" srcId="{3D050781-1EC6-4B10-8AEC-6971D815E90E}" destId="{3DCE03C8-289A-4566-983D-B1CCC173B094}" srcOrd="0" destOrd="0" presId="urn:microsoft.com/office/officeart/2005/8/layout/vList2"/>
    <dgm:cxn modelId="{CDBF9B32-67B9-4321-99E6-9A2606BF9C23}" type="presOf" srcId="{ACF7538D-CA42-4D84-B74D-7E9A8D262F61}" destId="{E85862B9-CA3F-43EF-92FC-5D4C4F82F7DA}" srcOrd="0" destOrd="0" presId="urn:microsoft.com/office/officeart/2005/8/layout/vList2"/>
    <dgm:cxn modelId="{F2CDD372-BAEB-44C4-BA8C-EC487AF9D3E0}" type="presOf" srcId="{F18BE847-D36F-4277-A21E-882C214CA820}" destId="{74D8C84C-4BCC-4A90-A582-925864D43D6B}" srcOrd="0" destOrd="0" presId="urn:microsoft.com/office/officeart/2005/8/layout/vList2"/>
    <dgm:cxn modelId="{C033B48E-78E7-4311-B22A-2C03D463EDDE}" type="presOf" srcId="{5BBBE846-8067-4AC6-AF96-02AF0998D4F8}" destId="{DEEE229E-23E5-4994-8280-5C15E33BF879}" srcOrd="0" destOrd="2" presId="urn:microsoft.com/office/officeart/2005/8/layout/vList2"/>
    <dgm:cxn modelId="{BE2B88C2-1D49-4AC2-A254-DE2DC0370675}" type="presOf" srcId="{2EA6EDD7-D0E3-4DB4-9F64-6E3EF27A1FCB}" destId="{DEEE229E-23E5-4994-8280-5C15E33BF879}" srcOrd="0" destOrd="1" presId="urn:microsoft.com/office/officeart/2005/8/layout/vList2"/>
    <dgm:cxn modelId="{78F0B5AC-5F32-40A4-92E5-23FB6F30C7CD}" type="presOf" srcId="{543CC931-3DD1-4E95-A18F-747426EB114F}" destId="{DEEE229E-23E5-4994-8280-5C15E33BF879}" srcOrd="0" destOrd="0" presId="urn:microsoft.com/office/officeart/2005/8/layout/vList2"/>
    <dgm:cxn modelId="{DC0D572B-EA0E-4EF5-AAA5-8F53F73E09C9}" srcId="{3D050781-1EC6-4B10-8AEC-6971D815E90E}" destId="{543CC931-3DD1-4E95-A18F-747426EB114F}" srcOrd="0" destOrd="0" parTransId="{7B15020E-F9FF-4E5D-86D0-A8CECA170A14}" sibTransId="{CA2EB525-56E7-4079-A730-3BA7BB874DF8}"/>
    <dgm:cxn modelId="{CC20AE43-1586-422A-851C-E0153F700E19}" srcId="{3D050781-1EC6-4B10-8AEC-6971D815E90E}" destId="{2EA6EDD7-D0E3-4DB4-9F64-6E3EF27A1FCB}" srcOrd="1" destOrd="0" parTransId="{4B94FDFD-BDDD-45A7-91F8-2978B2A37ED7}" sibTransId="{5127DE94-85E4-4EF3-B066-BD214275C61A}"/>
    <dgm:cxn modelId="{754F51CB-31C8-466D-A396-7D79C8C2493A}" srcId="{ACF7538D-CA42-4D84-B74D-7E9A8D262F61}" destId="{F18BE847-D36F-4277-A21E-882C214CA820}" srcOrd="1" destOrd="0" parTransId="{1525839D-A43B-4227-800E-0F57E2E880F2}" sibTransId="{9D812DAC-6B93-435D-8A64-C7CF24C390A5}"/>
    <dgm:cxn modelId="{9889E460-6790-4017-8D87-FB29F67303D2}" srcId="{ACF7538D-CA42-4D84-B74D-7E9A8D262F61}" destId="{3D050781-1EC6-4B10-8AEC-6971D815E90E}" srcOrd="0" destOrd="0" parTransId="{274E49C2-B0A5-493E-84D6-8517519FAA9F}" sibTransId="{CE0EDBEB-62F5-4567-A12D-21C2443660A6}"/>
    <dgm:cxn modelId="{0F056835-5C5E-4EF1-8768-8402628FA841}" type="presParOf" srcId="{E85862B9-CA3F-43EF-92FC-5D4C4F82F7DA}" destId="{3DCE03C8-289A-4566-983D-B1CCC173B094}" srcOrd="0" destOrd="0" presId="urn:microsoft.com/office/officeart/2005/8/layout/vList2"/>
    <dgm:cxn modelId="{7EFD39AF-2797-4F3D-BE16-5751FD7A9FB9}" type="presParOf" srcId="{E85862B9-CA3F-43EF-92FC-5D4C4F82F7DA}" destId="{DEEE229E-23E5-4994-8280-5C15E33BF879}" srcOrd="1" destOrd="0" presId="urn:microsoft.com/office/officeart/2005/8/layout/vList2"/>
    <dgm:cxn modelId="{A9EE2DD7-F6B6-4B03-9992-A553D88C9CD9}" type="presParOf" srcId="{E85862B9-CA3F-43EF-92FC-5D4C4F82F7DA}" destId="{74D8C84C-4BCC-4A90-A582-925864D43D6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1802F4-10BE-4F43-B4D1-7A6AF1C9D7D5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D"/>
        </a:p>
      </dgm:t>
    </dgm:pt>
    <dgm:pt modelId="{BE6F30E6-003A-4668-A119-FC1231E457FD}">
      <dgm:prSet/>
      <dgm:spPr/>
      <dgm:t>
        <a:bodyPr/>
        <a:lstStyle/>
        <a:p>
          <a:r>
            <a:rPr lang="en-ID" b="1" i="0"/>
            <a:t>Aktivitas untuk memastikan agar </a:t>
          </a:r>
          <a:r>
            <a:rPr lang="en-ID" b="1"/>
            <a:t>T</a:t>
          </a:r>
          <a:r>
            <a:rPr lang="en-ID" b="1" i="0"/>
            <a:t>ujuan </a:t>
          </a:r>
          <a:r>
            <a:rPr lang="en-ID" b="1"/>
            <a:t>O</a:t>
          </a:r>
          <a:r>
            <a:rPr lang="en-ID" b="1" i="0"/>
            <a:t>rganisasi dicapai secara </a:t>
          </a:r>
          <a:r>
            <a:rPr lang="en-ID" b="1"/>
            <a:t>K</a:t>
          </a:r>
          <a:r>
            <a:rPr lang="en-ID" b="1" i="0"/>
            <a:t>onsisten melalui Proses </a:t>
          </a:r>
          <a:r>
            <a:rPr lang="en-ID" b="1"/>
            <a:t>P</a:t>
          </a:r>
          <a:r>
            <a:rPr lang="en-ID" b="1" i="0"/>
            <a:t>erencanaan, </a:t>
          </a:r>
          <a:r>
            <a:rPr lang="en-ID" b="1"/>
            <a:t>P</a:t>
          </a:r>
          <a:r>
            <a:rPr lang="en-ID" b="1" i="0"/>
            <a:t>elaksanaan, </a:t>
          </a:r>
          <a:r>
            <a:rPr lang="en-ID" b="1"/>
            <a:t>E</a:t>
          </a:r>
          <a:r>
            <a:rPr lang="en-ID" b="1" i="0"/>
            <a:t>valuasi dan </a:t>
          </a:r>
          <a:r>
            <a:rPr lang="en-ID" b="1"/>
            <a:t>P</a:t>
          </a:r>
          <a:r>
            <a:rPr lang="en-ID" b="1" i="0"/>
            <a:t>enilaian </a:t>
          </a:r>
          <a:r>
            <a:rPr lang="en-ID" b="1"/>
            <a:t>K</a:t>
          </a:r>
          <a:r>
            <a:rPr lang="en-ID" b="1" i="0"/>
            <a:t>inerja </a:t>
          </a:r>
          <a:r>
            <a:rPr lang="en-ID" b="1"/>
            <a:t>P</a:t>
          </a:r>
          <a:r>
            <a:rPr lang="en-ID" b="1" i="0"/>
            <a:t>erangkat Organisasi.</a:t>
          </a:r>
          <a:endParaRPr lang="en-ID"/>
        </a:p>
      </dgm:t>
    </dgm:pt>
    <dgm:pt modelId="{38115F32-F41D-4319-8BE0-DFB79610BA24}" type="parTrans" cxnId="{F13C5C6E-D950-43DE-A514-8708487131C0}">
      <dgm:prSet/>
      <dgm:spPr/>
      <dgm:t>
        <a:bodyPr/>
        <a:lstStyle/>
        <a:p>
          <a:endParaRPr lang="en-ID"/>
        </a:p>
      </dgm:t>
    </dgm:pt>
    <dgm:pt modelId="{478850D0-4352-4D13-9465-6A85B524EE49}" type="sibTrans" cxnId="{F13C5C6E-D950-43DE-A514-8708487131C0}">
      <dgm:prSet/>
      <dgm:spPr/>
      <dgm:t>
        <a:bodyPr/>
        <a:lstStyle/>
        <a:p>
          <a:endParaRPr lang="en-ID"/>
        </a:p>
      </dgm:t>
    </dgm:pt>
    <dgm:pt modelId="{4A1A6386-45FE-4D61-9D8D-EDA8826788B9}" type="pres">
      <dgm:prSet presAssocID="{711802F4-10BE-4F43-B4D1-7A6AF1C9D7D5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29A2472-E309-4231-92BB-4DB084006A96}" type="pres">
      <dgm:prSet presAssocID="{BE6F30E6-003A-4668-A119-FC1231E457FD}" presName="circle1" presStyleLbl="node1" presStyleIdx="0" presStyleCnt="1"/>
      <dgm:spPr/>
    </dgm:pt>
    <dgm:pt modelId="{E40FA4B2-E752-41AC-8436-26FC2C3C17EF}" type="pres">
      <dgm:prSet presAssocID="{BE6F30E6-003A-4668-A119-FC1231E457FD}" presName="space" presStyleCnt="0"/>
      <dgm:spPr/>
    </dgm:pt>
    <dgm:pt modelId="{71A1ADB7-F9BE-4BC7-88EC-21B670A1A98E}" type="pres">
      <dgm:prSet presAssocID="{BE6F30E6-003A-4668-A119-FC1231E457FD}" presName="rect1" presStyleLbl="alignAcc1" presStyleIdx="0" presStyleCnt="1"/>
      <dgm:spPr/>
      <dgm:t>
        <a:bodyPr/>
        <a:lstStyle/>
        <a:p>
          <a:endParaRPr lang="en-US"/>
        </a:p>
      </dgm:t>
    </dgm:pt>
    <dgm:pt modelId="{D2E615D4-41DD-490E-BD14-E86804D20127}" type="pres">
      <dgm:prSet presAssocID="{BE6F30E6-003A-4668-A119-FC1231E457FD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AD2B32E-576A-46EC-9EAA-6A51EC24779B}" type="presOf" srcId="{711802F4-10BE-4F43-B4D1-7A6AF1C9D7D5}" destId="{4A1A6386-45FE-4D61-9D8D-EDA8826788B9}" srcOrd="0" destOrd="0" presId="urn:microsoft.com/office/officeart/2005/8/layout/target3"/>
    <dgm:cxn modelId="{7C249F51-4277-4575-AA13-28A7110B6FF2}" type="presOf" srcId="{BE6F30E6-003A-4668-A119-FC1231E457FD}" destId="{D2E615D4-41DD-490E-BD14-E86804D20127}" srcOrd="1" destOrd="0" presId="urn:microsoft.com/office/officeart/2005/8/layout/target3"/>
    <dgm:cxn modelId="{42FAFEAC-16AA-4C11-A522-9C4A14B68DF5}" type="presOf" srcId="{BE6F30E6-003A-4668-A119-FC1231E457FD}" destId="{71A1ADB7-F9BE-4BC7-88EC-21B670A1A98E}" srcOrd="0" destOrd="0" presId="urn:microsoft.com/office/officeart/2005/8/layout/target3"/>
    <dgm:cxn modelId="{F13C5C6E-D950-43DE-A514-8708487131C0}" srcId="{711802F4-10BE-4F43-B4D1-7A6AF1C9D7D5}" destId="{BE6F30E6-003A-4668-A119-FC1231E457FD}" srcOrd="0" destOrd="0" parTransId="{38115F32-F41D-4319-8BE0-DFB79610BA24}" sibTransId="{478850D0-4352-4D13-9465-6A85B524EE49}"/>
    <dgm:cxn modelId="{9E55AA30-A3B9-4767-BF79-E24250DA7DBA}" type="presParOf" srcId="{4A1A6386-45FE-4D61-9D8D-EDA8826788B9}" destId="{229A2472-E309-4231-92BB-4DB084006A96}" srcOrd="0" destOrd="0" presId="urn:microsoft.com/office/officeart/2005/8/layout/target3"/>
    <dgm:cxn modelId="{040A0E31-F841-4CFF-A670-02E2AAB88B0B}" type="presParOf" srcId="{4A1A6386-45FE-4D61-9D8D-EDA8826788B9}" destId="{E40FA4B2-E752-41AC-8436-26FC2C3C17EF}" srcOrd="1" destOrd="0" presId="urn:microsoft.com/office/officeart/2005/8/layout/target3"/>
    <dgm:cxn modelId="{C96EF34B-6F1F-409C-9B84-BE172FAA5C03}" type="presParOf" srcId="{4A1A6386-45FE-4D61-9D8D-EDA8826788B9}" destId="{71A1ADB7-F9BE-4BC7-88EC-21B670A1A98E}" srcOrd="2" destOrd="0" presId="urn:microsoft.com/office/officeart/2005/8/layout/target3"/>
    <dgm:cxn modelId="{1FEDD24A-285C-4C44-B675-BD16753DD6D0}" type="presParOf" srcId="{4A1A6386-45FE-4D61-9D8D-EDA8826788B9}" destId="{D2E615D4-41DD-490E-BD14-E86804D20127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9FE182-E39B-46B1-9AE6-BCE13F606D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D"/>
        </a:p>
      </dgm:t>
    </dgm:pt>
    <dgm:pt modelId="{DA9A15EE-FD80-4FA1-8CAB-42BD926EDB4B}">
      <dgm:prSet/>
      <dgm:spPr/>
      <dgm:t>
        <a:bodyPr/>
        <a:lstStyle/>
        <a:p>
          <a:r>
            <a:rPr lang="en-ID" b="0" i="0"/>
            <a:t>Untuk meningkatkan </a:t>
          </a:r>
          <a:r>
            <a:rPr lang="en-ID"/>
            <a:t>K</a:t>
          </a:r>
          <a:r>
            <a:rPr lang="en-ID" b="0" i="0"/>
            <a:t>inerja </a:t>
          </a:r>
          <a:r>
            <a:rPr lang="en-ID"/>
            <a:t>O</a:t>
          </a:r>
          <a:r>
            <a:rPr lang="en-ID" b="0" i="0"/>
            <a:t>rganisasi, </a:t>
          </a:r>
          <a:r>
            <a:rPr lang="en-ID"/>
            <a:t>T</a:t>
          </a:r>
          <a:r>
            <a:rPr lang="en-ID" b="0" i="0"/>
            <a:t>im dan </a:t>
          </a:r>
          <a:r>
            <a:rPr lang="en-ID"/>
            <a:t>I</a:t>
          </a:r>
          <a:r>
            <a:rPr lang="en-ID" b="0" i="0"/>
            <a:t>ndividu dalam suatu keterkaitan, agar </a:t>
          </a:r>
          <a:r>
            <a:rPr lang="en-ID"/>
            <a:t>M</a:t>
          </a:r>
          <a:r>
            <a:rPr lang="en-ID" b="0" i="0"/>
            <a:t>encapai </a:t>
          </a:r>
          <a:r>
            <a:rPr lang="en-ID"/>
            <a:t>T</a:t>
          </a:r>
          <a:r>
            <a:rPr lang="en-ID" b="0" i="0"/>
            <a:t>ujuan </a:t>
          </a:r>
          <a:r>
            <a:rPr lang="en-ID"/>
            <a:t>O</a:t>
          </a:r>
          <a:r>
            <a:rPr lang="en-ID" b="0" i="0"/>
            <a:t>rganisasi yang telah ditetapkan sebelumnya</a:t>
          </a:r>
          <a:endParaRPr lang="en-ID"/>
        </a:p>
      </dgm:t>
    </dgm:pt>
    <dgm:pt modelId="{208A88A5-1ED7-4873-8BED-350026B5D2B5}" type="parTrans" cxnId="{4956CB59-9F3A-4465-9A34-948428EB5C9D}">
      <dgm:prSet/>
      <dgm:spPr/>
      <dgm:t>
        <a:bodyPr/>
        <a:lstStyle/>
        <a:p>
          <a:endParaRPr lang="en-ID"/>
        </a:p>
      </dgm:t>
    </dgm:pt>
    <dgm:pt modelId="{1DEB6A23-5EA8-4350-B08E-CDFA99C64BD3}" type="sibTrans" cxnId="{4956CB59-9F3A-4465-9A34-948428EB5C9D}">
      <dgm:prSet/>
      <dgm:spPr/>
      <dgm:t>
        <a:bodyPr/>
        <a:lstStyle/>
        <a:p>
          <a:endParaRPr lang="en-ID"/>
        </a:p>
      </dgm:t>
    </dgm:pt>
    <dgm:pt modelId="{31AB4481-F7C2-43A6-B00C-28DA6A5FA05D}" type="pres">
      <dgm:prSet presAssocID="{F99FE182-E39B-46B1-9AE6-BCE13F606D6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5C0253-103F-46D5-A156-C3CE1C4E5943}" type="pres">
      <dgm:prSet presAssocID="{DA9A15EE-FD80-4FA1-8CAB-42BD926EDB4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8C66900-AF6D-46A0-86CD-9464F5F799DE}" type="presOf" srcId="{F99FE182-E39B-46B1-9AE6-BCE13F606D6E}" destId="{31AB4481-F7C2-43A6-B00C-28DA6A5FA05D}" srcOrd="0" destOrd="0" presId="urn:microsoft.com/office/officeart/2005/8/layout/vList2"/>
    <dgm:cxn modelId="{8F6D6493-2A10-4C44-AB76-FBD0690C2979}" type="presOf" srcId="{DA9A15EE-FD80-4FA1-8CAB-42BD926EDB4B}" destId="{685C0253-103F-46D5-A156-C3CE1C4E5943}" srcOrd="0" destOrd="0" presId="urn:microsoft.com/office/officeart/2005/8/layout/vList2"/>
    <dgm:cxn modelId="{4956CB59-9F3A-4465-9A34-948428EB5C9D}" srcId="{F99FE182-E39B-46B1-9AE6-BCE13F606D6E}" destId="{DA9A15EE-FD80-4FA1-8CAB-42BD926EDB4B}" srcOrd="0" destOrd="0" parTransId="{208A88A5-1ED7-4873-8BED-350026B5D2B5}" sibTransId="{1DEB6A23-5EA8-4350-B08E-CDFA99C64BD3}"/>
    <dgm:cxn modelId="{15889D13-B82C-4A33-8379-224B8081C7F0}" type="presParOf" srcId="{31AB4481-F7C2-43A6-B00C-28DA6A5FA05D}" destId="{685C0253-103F-46D5-A156-C3CE1C4E594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436B87-2436-4AF5-917F-0458A73242FF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D"/>
        </a:p>
      </dgm:t>
    </dgm:pt>
    <dgm:pt modelId="{383886C2-0B74-4181-A02A-614271766ADF}">
      <dgm:prSet/>
      <dgm:spPr/>
      <dgm:t>
        <a:bodyPr/>
        <a:lstStyle/>
        <a:p>
          <a:r>
            <a:rPr lang="en-ID" dirty="0"/>
            <a:t>1. </a:t>
          </a:r>
          <a:r>
            <a:rPr lang="en-ID" b="0" i="0" dirty="0"/>
            <a:t>Perusahaan </a:t>
          </a:r>
          <a:r>
            <a:rPr lang="en-ID" b="0" i="0" dirty="0" err="1"/>
            <a:t>memiliki</a:t>
          </a:r>
          <a:r>
            <a:rPr lang="en-ID" b="0" i="0" dirty="0"/>
            <a:t> </a:t>
          </a:r>
          <a:r>
            <a:rPr lang="en-ID" b="0" i="0" dirty="0" err="1"/>
            <a:t>indikator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</a:t>
          </a:r>
          <a:r>
            <a:rPr lang="en-ID" b="0" i="0" dirty="0" err="1"/>
            <a:t>utama</a:t>
          </a:r>
          <a:r>
            <a:rPr lang="en-ID" b="0" i="0" dirty="0"/>
            <a:t> (key </a:t>
          </a:r>
          <a:r>
            <a:rPr lang="en-ID" b="0" i="0" dirty="0" err="1"/>
            <a:t>perfomance</a:t>
          </a:r>
          <a:r>
            <a:rPr lang="en-ID" b="0" i="0" dirty="0"/>
            <a:t> indicator) yang      </a:t>
          </a:r>
          <a:r>
            <a:rPr lang="en-ID" b="0" i="0" dirty="0" err="1"/>
            <a:t>terukur</a:t>
          </a:r>
          <a:r>
            <a:rPr lang="en-ID" b="0" i="0" dirty="0"/>
            <a:t> </a:t>
          </a:r>
          <a:r>
            <a:rPr lang="en-ID" b="0" i="0" dirty="0" err="1"/>
            <a:t>secara</a:t>
          </a:r>
          <a:r>
            <a:rPr lang="en-ID" b="0" i="0" dirty="0"/>
            <a:t> </a:t>
          </a:r>
          <a:r>
            <a:rPr lang="en-ID" b="0" i="0" dirty="0" err="1"/>
            <a:t>kuantitatif</a:t>
          </a:r>
          <a:r>
            <a:rPr lang="en-ID" b="0" i="0" dirty="0"/>
            <a:t>, </a:t>
          </a:r>
          <a:r>
            <a:rPr lang="en-ID" b="0" i="0" dirty="0" err="1"/>
            <a:t>memiliki</a:t>
          </a:r>
          <a:r>
            <a:rPr lang="en-ID" b="0" i="0" dirty="0"/>
            <a:t> target yang </a:t>
          </a:r>
          <a:r>
            <a:rPr lang="en-ID" b="0" i="0" dirty="0" err="1"/>
            <a:t>ingin</a:t>
          </a:r>
          <a:r>
            <a:rPr lang="en-ID" b="0" i="0" dirty="0"/>
            <a:t> </a:t>
          </a:r>
          <a:r>
            <a:rPr lang="en-ID" b="0" i="0" dirty="0" err="1"/>
            <a:t>dicapai</a:t>
          </a:r>
          <a:r>
            <a:rPr lang="en-ID" b="0" i="0" dirty="0"/>
            <a:t>, dan </a:t>
          </a:r>
          <a:r>
            <a:rPr lang="en-ID" b="0" i="0" dirty="0" err="1"/>
            <a:t>jelas</a:t>
          </a:r>
          <a:r>
            <a:rPr lang="en-ID" b="0" i="0" dirty="0"/>
            <a:t> </a:t>
          </a:r>
          <a:r>
            <a:rPr lang="en-ID" b="0" i="0" dirty="0" err="1"/>
            <a:t>batas</a:t>
          </a:r>
          <a:r>
            <a:rPr lang="en-ID" b="0" i="0" dirty="0"/>
            <a:t> </a:t>
          </a:r>
          <a:r>
            <a:rPr lang="en-ID" b="0" i="0" dirty="0" err="1"/>
            <a:t>waktunya</a:t>
          </a:r>
          <a:r>
            <a:rPr lang="en-ID" b="0" i="0" dirty="0"/>
            <a:t>.</a:t>
          </a:r>
          <a:endParaRPr lang="en-ID" dirty="0"/>
        </a:p>
      </dgm:t>
    </dgm:pt>
    <dgm:pt modelId="{7AE82AA5-BFB5-4948-8411-295AE1231244}" type="parTrans" cxnId="{C09DFC1C-F63E-4049-9A2C-5C84737519E2}">
      <dgm:prSet/>
      <dgm:spPr/>
      <dgm:t>
        <a:bodyPr/>
        <a:lstStyle/>
        <a:p>
          <a:endParaRPr lang="en-ID"/>
        </a:p>
      </dgm:t>
    </dgm:pt>
    <dgm:pt modelId="{FB0DDCB6-C5CE-4C25-BBFF-41F74A90FA6C}" type="sibTrans" cxnId="{C09DFC1C-F63E-4049-9A2C-5C84737519E2}">
      <dgm:prSet/>
      <dgm:spPr/>
      <dgm:t>
        <a:bodyPr/>
        <a:lstStyle/>
        <a:p>
          <a:endParaRPr lang="en-ID"/>
        </a:p>
      </dgm:t>
    </dgm:pt>
    <dgm:pt modelId="{21F5FB6F-2315-4598-A732-38131876FDFF}">
      <dgm:prSet/>
      <dgm:spPr/>
      <dgm:t>
        <a:bodyPr/>
        <a:lstStyle/>
        <a:p>
          <a:r>
            <a:rPr lang="en-ID" b="0" i="0" dirty="0"/>
            <a:t>2. </a:t>
          </a:r>
          <a:r>
            <a:rPr lang="en-ID" b="0" i="0" dirty="0" err="1"/>
            <a:t>Terdapat</a:t>
          </a:r>
          <a:r>
            <a:rPr lang="en-ID" b="0" i="0" dirty="0"/>
            <a:t> </a:t>
          </a:r>
          <a:r>
            <a:rPr lang="en-ID" b="0" i="0" dirty="0" err="1"/>
            <a:t>kontrak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, di mana </a:t>
          </a:r>
          <a:r>
            <a:rPr lang="en-ID" b="0" i="0" dirty="0" err="1"/>
            <a:t>ukuran-ukuran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</a:t>
          </a:r>
          <a:r>
            <a:rPr lang="en-ID" b="0" i="0" dirty="0" err="1"/>
            <a:t>dituangkan</a:t>
          </a:r>
          <a:r>
            <a:rPr lang="en-ID" b="0" i="0" dirty="0"/>
            <a:t> </a:t>
          </a:r>
          <a:r>
            <a:rPr lang="en-ID" b="0" i="0" dirty="0" err="1"/>
            <a:t>dalam</a:t>
          </a:r>
          <a:r>
            <a:rPr lang="en-ID" b="0" i="0" dirty="0"/>
            <a:t> </a:t>
          </a:r>
          <a:r>
            <a:rPr lang="en-ID" b="0" i="0" dirty="0" err="1"/>
            <a:t>bentuk</a:t>
          </a:r>
          <a:r>
            <a:rPr lang="en-ID" b="0" i="0" dirty="0"/>
            <a:t> </a:t>
          </a:r>
          <a:r>
            <a:rPr lang="en-ID" dirty="0" err="1"/>
            <a:t>kes</a:t>
          </a:r>
          <a:r>
            <a:rPr lang="en-ID" b="0" i="0" dirty="0" err="1"/>
            <a:t>epakatan</a:t>
          </a:r>
          <a:r>
            <a:rPr lang="en-ID" b="0" i="0" dirty="0"/>
            <a:t> </a:t>
          </a:r>
          <a:r>
            <a:rPr lang="en-ID" b="0" i="0" dirty="0" err="1"/>
            <a:t>antara</a:t>
          </a:r>
          <a:r>
            <a:rPr lang="en-ID" b="0" i="0" dirty="0"/>
            <a:t> </a:t>
          </a:r>
          <a:r>
            <a:rPr lang="en-ID" b="0" i="0" dirty="0" err="1"/>
            <a:t>bawahan</a:t>
          </a:r>
          <a:r>
            <a:rPr lang="en-ID" b="0" i="0" dirty="0"/>
            <a:t> dan </a:t>
          </a:r>
          <a:r>
            <a:rPr lang="en-ID" b="0" i="0" dirty="0" err="1"/>
            <a:t>atasan</a:t>
          </a:r>
          <a:r>
            <a:rPr lang="en-ID" b="0" i="0" dirty="0"/>
            <a:t>.</a:t>
          </a:r>
          <a:endParaRPr lang="en-ID" dirty="0"/>
        </a:p>
      </dgm:t>
    </dgm:pt>
    <dgm:pt modelId="{989893E8-E569-47F7-9BFF-E5FF944A6784}" type="parTrans" cxnId="{F92B407F-DA0A-4319-85CF-1DCC4F044E6F}">
      <dgm:prSet/>
      <dgm:spPr/>
      <dgm:t>
        <a:bodyPr/>
        <a:lstStyle/>
        <a:p>
          <a:endParaRPr lang="en-ID"/>
        </a:p>
      </dgm:t>
    </dgm:pt>
    <dgm:pt modelId="{0140351D-D2E9-49C1-8BCD-057207304E48}" type="sibTrans" cxnId="{F92B407F-DA0A-4319-85CF-1DCC4F044E6F}">
      <dgm:prSet/>
      <dgm:spPr/>
      <dgm:t>
        <a:bodyPr/>
        <a:lstStyle/>
        <a:p>
          <a:endParaRPr lang="en-ID"/>
        </a:p>
      </dgm:t>
    </dgm:pt>
    <dgm:pt modelId="{724DF311-A1DA-44A7-913A-F3C118947FA9}">
      <dgm:prSet/>
      <dgm:spPr/>
      <dgm:t>
        <a:bodyPr/>
        <a:lstStyle/>
        <a:p>
          <a:r>
            <a:rPr lang="en-ID" dirty="0"/>
            <a:t>3. </a:t>
          </a:r>
          <a:r>
            <a:rPr lang="en-ID" b="0" i="0" dirty="0" err="1"/>
            <a:t>Terdapat</a:t>
          </a:r>
          <a:r>
            <a:rPr lang="en-ID" b="0" i="0" dirty="0"/>
            <a:t> </a:t>
          </a:r>
          <a:r>
            <a:rPr lang="en-ID" b="0" i="0" dirty="0" err="1"/>
            <a:t>siklus</a:t>
          </a:r>
          <a:r>
            <a:rPr lang="en-ID" b="0" i="0" dirty="0"/>
            <a:t> </a:t>
          </a:r>
          <a:r>
            <a:rPr lang="en-ID" b="0" i="0" dirty="0" err="1"/>
            <a:t>manajemen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yang </a:t>
          </a:r>
          <a:r>
            <a:rPr lang="en-ID" b="0" i="0" dirty="0" err="1"/>
            <a:t>baku</a:t>
          </a:r>
          <a:r>
            <a:rPr lang="en-ID" b="0" i="0" dirty="0"/>
            <a:t> dan </a:t>
          </a:r>
          <a:r>
            <a:rPr lang="en-ID" b="0" i="0" dirty="0" err="1"/>
            <a:t>dipatuhi</a:t>
          </a:r>
          <a:r>
            <a:rPr lang="en-ID" b="0" i="0" dirty="0"/>
            <a:t> </a:t>
          </a:r>
          <a:r>
            <a:rPr lang="en-ID" b="0" i="0" dirty="0" err="1"/>
            <a:t>seluruh</a:t>
          </a:r>
          <a:r>
            <a:rPr lang="en-ID" b="0" i="0" dirty="0"/>
            <a:t> </a:t>
          </a:r>
          <a:r>
            <a:rPr lang="en-ID" b="0" i="0" dirty="0" err="1"/>
            <a:t>elemen</a:t>
          </a:r>
          <a:r>
            <a:rPr lang="en-ID" b="0" i="0" dirty="0"/>
            <a:t> </a:t>
          </a:r>
          <a:r>
            <a:rPr lang="en-ID" b="0" i="0" dirty="0" err="1"/>
            <a:t>perusahaan</a:t>
          </a:r>
          <a:r>
            <a:rPr lang="en-ID" b="0" i="0" dirty="0"/>
            <a:t>, </a:t>
          </a:r>
          <a:r>
            <a:rPr lang="en-ID" b="0" i="0" dirty="0" err="1"/>
            <a:t>yaitu</a:t>
          </a:r>
          <a:r>
            <a:rPr lang="en-ID" b="0" i="0" dirty="0"/>
            <a:t> </a:t>
          </a:r>
          <a:r>
            <a:rPr lang="en-ID" b="0" i="0" dirty="0" err="1"/>
            <a:t>berupa</a:t>
          </a:r>
          <a:r>
            <a:rPr lang="en-ID" b="0" i="0" dirty="0"/>
            <a:t> </a:t>
          </a:r>
          <a:r>
            <a:rPr lang="en-ID" b="0" i="0" dirty="0" err="1"/>
            <a:t>perencanaan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, </a:t>
          </a:r>
          <a:r>
            <a:rPr lang="en-ID" b="0" i="0" dirty="0" err="1"/>
            <a:t>pelaksanaan</a:t>
          </a:r>
          <a:r>
            <a:rPr lang="en-ID" b="0" i="0" dirty="0"/>
            <a:t>, </a:t>
          </a:r>
          <a:r>
            <a:rPr lang="en-ID" b="0" i="0" dirty="0" err="1"/>
            <a:t>pengawasan</a:t>
          </a:r>
          <a:r>
            <a:rPr lang="en-ID" b="0" i="0" dirty="0"/>
            <a:t>, dan </a:t>
          </a:r>
          <a:r>
            <a:rPr lang="en-ID" b="0" i="0" dirty="0" err="1"/>
            <a:t>evaluasi</a:t>
          </a:r>
          <a:r>
            <a:rPr lang="en-ID" b="0" i="0" dirty="0"/>
            <a:t>.</a:t>
          </a:r>
          <a:endParaRPr lang="en-ID" dirty="0"/>
        </a:p>
      </dgm:t>
    </dgm:pt>
    <dgm:pt modelId="{D5BA7875-D4D5-4BB2-A678-3541A49B28FB}" type="parTrans" cxnId="{786F888F-56E6-4D11-AB2B-31A1CE56588C}">
      <dgm:prSet/>
      <dgm:spPr/>
      <dgm:t>
        <a:bodyPr/>
        <a:lstStyle/>
        <a:p>
          <a:endParaRPr lang="en-ID"/>
        </a:p>
      </dgm:t>
    </dgm:pt>
    <dgm:pt modelId="{E2D4099C-7727-4D1E-9482-299C922A25E0}" type="sibTrans" cxnId="{786F888F-56E6-4D11-AB2B-31A1CE56588C}">
      <dgm:prSet/>
      <dgm:spPr/>
      <dgm:t>
        <a:bodyPr/>
        <a:lstStyle/>
        <a:p>
          <a:endParaRPr lang="en-ID"/>
        </a:p>
      </dgm:t>
    </dgm:pt>
    <dgm:pt modelId="{8989E525-11E5-4709-860F-1F81C19AE896}">
      <dgm:prSet/>
      <dgm:spPr/>
      <dgm:t>
        <a:bodyPr/>
        <a:lstStyle/>
        <a:p>
          <a:r>
            <a:rPr lang="en-ID" dirty="0"/>
            <a:t>4. </a:t>
          </a:r>
          <a:r>
            <a:rPr lang="en-ID" b="0" i="0" dirty="0" err="1"/>
            <a:t>Terdapat</a:t>
          </a:r>
          <a:r>
            <a:rPr lang="en-ID" b="0" i="0" dirty="0"/>
            <a:t> </a:t>
          </a:r>
          <a:r>
            <a:rPr lang="en-ID" b="0" i="0" dirty="0" err="1"/>
            <a:t>pemberian</a:t>
          </a:r>
          <a:r>
            <a:rPr lang="en-ID" b="0" i="0" dirty="0"/>
            <a:t> reward dan punishment yang </a:t>
          </a:r>
          <a:r>
            <a:rPr lang="en-ID" b="0" i="0" dirty="0" err="1"/>
            <a:t>sifatnya</a:t>
          </a:r>
          <a:r>
            <a:rPr lang="en-ID" b="0" i="0" dirty="0"/>
            <a:t> </a:t>
          </a:r>
          <a:r>
            <a:rPr lang="en-ID" b="0" i="0" dirty="0" err="1"/>
            <a:t>membangun</a:t>
          </a:r>
          <a:r>
            <a:rPr lang="en-ID" b="0" i="0" dirty="0"/>
            <a:t> dan </a:t>
          </a:r>
          <a:r>
            <a:rPr lang="en-ID" b="0" i="0" dirty="0" err="1"/>
            <a:t>konsisten</a:t>
          </a:r>
          <a:r>
            <a:rPr lang="en-ID" b="0" i="0" dirty="0"/>
            <a:t> di </a:t>
          </a:r>
          <a:r>
            <a:rPr lang="en-ID" b="0" i="0" dirty="0" err="1"/>
            <a:t>dalam</a:t>
          </a:r>
          <a:r>
            <a:rPr lang="en-ID" b="0" i="0" dirty="0"/>
            <a:t> </a:t>
          </a:r>
          <a:r>
            <a:rPr lang="en-ID" b="0" i="0" dirty="0" err="1"/>
            <a:t>perusahaan</a:t>
          </a:r>
          <a:r>
            <a:rPr lang="en-ID" b="0" i="0" dirty="0"/>
            <a:t>.</a:t>
          </a:r>
          <a:endParaRPr lang="en-ID" dirty="0"/>
        </a:p>
      </dgm:t>
    </dgm:pt>
    <dgm:pt modelId="{6E15C107-1660-4E44-85DA-C3802FEDC763}" type="parTrans" cxnId="{88D58628-DBEE-443C-BC9C-4EDDF8B02C34}">
      <dgm:prSet/>
      <dgm:spPr/>
      <dgm:t>
        <a:bodyPr/>
        <a:lstStyle/>
        <a:p>
          <a:endParaRPr lang="en-ID"/>
        </a:p>
      </dgm:t>
    </dgm:pt>
    <dgm:pt modelId="{2181CD71-8B3A-4C1C-A5FB-3BB499054EB2}" type="sibTrans" cxnId="{88D58628-DBEE-443C-BC9C-4EDDF8B02C34}">
      <dgm:prSet/>
      <dgm:spPr/>
      <dgm:t>
        <a:bodyPr/>
        <a:lstStyle/>
        <a:p>
          <a:endParaRPr lang="en-ID"/>
        </a:p>
      </dgm:t>
    </dgm:pt>
    <dgm:pt modelId="{8DADDF9F-81F4-4E08-83BE-3710A1B7E867}">
      <dgm:prSet/>
      <dgm:spPr/>
      <dgm:t>
        <a:bodyPr/>
        <a:lstStyle/>
        <a:p>
          <a:r>
            <a:rPr lang="en-ID" dirty="0"/>
            <a:t>5. </a:t>
          </a:r>
          <a:r>
            <a:rPr lang="en-ID" b="0" i="0" dirty="0" err="1"/>
            <a:t>Adanya</a:t>
          </a:r>
          <a:r>
            <a:rPr lang="en-ID" b="0" i="0" dirty="0"/>
            <a:t> </a:t>
          </a:r>
          <a:r>
            <a:rPr lang="en-ID" b="0" i="0" dirty="0" err="1"/>
            <a:t>dedikasi</a:t>
          </a:r>
          <a:r>
            <a:rPr lang="en-ID" b="0" i="0" dirty="0"/>
            <a:t> </a:t>
          </a:r>
          <a:r>
            <a:rPr lang="en-ID" b="0" i="0" dirty="0" err="1"/>
            <a:t>kepemimpinan</a:t>
          </a:r>
          <a:r>
            <a:rPr lang="en-ID" b="0" i="0" dirty="0"/>
            <a:t> yang </a:t>
          </a:r>
          <a:r>
            <a:rPr lang="en-ID" b="0" i="0" dirty="0" err="1"/>
            <a:t>kuat</a:t>
          </a:r>
          <a:r>
            <a:rPr lang="en-ID" b="0" i="0" dirty="0"/>
            <a:t> di </a:t>
          </a:r>
          <a:r>
            <a:rPr lang="en-ID" b="0" i="0" dirty="0" err="1"/>
            <a:t>tingkat</a:t>
          </a:r>
          <a:r>
            <a:rPr lang="en-ID" b="0" i="0" dirty="0"/>
            <a:t> </a:t>
          </a:r>
          <a:r>
            <a:rPr lang="en-ID" b="0" i="0" dirty="0" err="1"/>
            <a:t>atas</a:t>
          </a:r>
          <a:r>
            <a:rPr lang="en-ID" b="0" i="0" dirty="0"/>
            <a:t> (top managers) </a:t>
          </a:r>
          <a:r>
            <a:rPr lang="en-ID" b="0" i="0" dirty="0" err="1"/>
            <a:t>sehingga</a:t>
          </a:r>
          <a:r>
            <a:rPr lang="en-ID" b="0" i="0" dirty="0"/>
            <a:t> </a:t>
          </a:r>
          <a:r>
            <a:rPr lang="en-ID" b="0" i="0" dirty="0" err="1"/>
            <a:t>perusahaan</a:t>
          </a:r>
          <a:r>
            <a:rPr lang="en-ID" b="0" i="0" dirty="0"/>
            <a:t> </a:t>
          </a:r>
          <a:r>
            <a:rPr lang="en-ID" b="0" i="0" dirty="0" err="1"/>
            <a:t>memiliki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yang </a:t>
          </a:r>
          <a:r>
            <a:rPr lang="en-ID" b="0" i="0" dirty="0" err="1"/>
            <a:t>tinggi</a:t>
          </a:r>
          <a:r>
            <a:rPr lang="en-ID" b="0" i="0" dirty="0"/>
            <a:t> demi </a:t>
          </a:r>
          <a:r>
            <a:rPr lang="en-ID" b="0" i="0" dirty="0" err="1"/>
            <a:t>terwujudnya</a:t>
          </a:r>
          <a:r>
            <a:rPr lang="en-ID" b="0" i="0" dirty="0"/>
            <a:t> </a:t>
          </a:r>
          <a:r>
            <a:rPr lang="en-ID" b="0" i="0" dirty="0" err="1"/>
            <a:t>tujuan</a:t>
          </a:r>
          <a:r>
            <a:rPr lang="en-ID" b="0" i="0" dirty="0"/>
            <a:t> </a:t>
          </a:r>
          <a:r>
            <a:rPr lang="en-ID" b="0" i="0" dirty="0" err="1"/>
            <a:t>perusahaan</a:t>
          </a:r>
          <a:r>
            <a:rPr lang="en-ID" b="0" i="0" dirty="0"/>
            <a:t>.</a:t>
          </a:r>
          <a:endParaRPr lang="en-ID" dirty="0"/>
        </a:p>
      </dgm:t>
    </dgm:pt>
    <dgm:pt modelId="{AA44E4D7-520E-43EA-ADB6-3F904D259136}" type="parTrans" cxnId="{2AEEFF60-209C-43CD-9335-CEFA50A6359B}">
      <dgm:prSet/>
      <dgm:spPr/>
      <dgm:t>
        <a:bodyPr/>
        <a:lstStyle/>
        <a:p>
          <a:endParaRPr lang="en-ID"/>
        </a:p>
      </dgm:t>
    </dgm:pt>
    <dgm:pt modelId="{D43F7684-F5E5-4D32-97DB-DE053DE2F1F6}" type="sibTrans" cxnId="{2AEEFF60-209C-43CD-9335-CEFA50A6359B}">
      <dgm:prSet/>
      <dgm:spPr/>
      <dgm:t>
        <a:bodyPr/>
        <a:lstStyle/>
        <a:p>
          <a:endParaRPr lang="en-ID"/>
        </a:p>
      </dgm:t>
    </dgm:pt>
    <dgm:pt modelId="{C5DC9974-C8F2-4F6B-8D8A-E8F2A028C89B}">
      <dgm:prSet/>
      <dgm:spPr/>
      <dgm:t>
        <a:bodyPr/>
        <a:lstStyle/>
        <a:p>
          <a:r>
            <a:rPr lang="en-ID" dirty="0"/>
            <a:t>6. </a:t>
          </a:r>
          <a:r>
            <a:rPr lang="en-ID" b="0" i="0" dirty="0" err="1"/>
            <a:t>Penerapan</a:t>
          </a:r>
          <a:r>
            <a:rPr lang="en-ID" b="0" i="0" dirty="0"/>
            <a:t> </a:t>
          </a:r>
          <a:r>
            <a:rPr lang="en-ID" b="0" i="0" dirty="0" err="1"/>
            <a:t>konsep</a:t>
          </a:r>
          <a:r>
            <a:rPr lang="en-ID" b="0" i="0" dirty="0"/>
            <a:t> </a:t>
          </a:r>
          <a:r>
            <a:rPr lang="en-ID" b="0" i="0" dirty="0" err="1"/>
            <a:t>manajemen</a:t>
          </a:r>
          <a:r>
            <a:rPr lang="en-ID" b="0" i="0" dirty="0"/>
            <a:t> </a:t>
          </a:r>
          <a:r>
            <a:rPr lang="en-ID" b="0" i="0" dirty="0" err="1"/>
            <a:t>berdasarkan</a:t>
          </a:r>
          <a:r>
            <a:rPr lang="en-ID" b="0" i="0" dirty="0"/>
            <a:t> </a:t>
          </a:r>
          <a:r>
            <a:rPr lang="en-ID" b="0" i="0" dirty="0" err="1"/>
            <a:t>kompetensi</a:t>
          </a:r>
          <a:r>
            <a:rPr lang="en-ID" b="0" i="0" dirty="0"/>
            <a:t>, “the right man in the right place” demi </a:t>
          </a:r>
          <a:r>
            <a:rPr lang="en-ID" b="0" i="0" dirty="0" err="1"/>
            <a:t>mencapai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</a:t>
          </a:r>
          <a:r>
            <a:rPr lang="en-ID" b="0" i="0" dirty="0" err="1"/>
            <a:t>perusahaan</a:t>
          </a:r>
          <a:r>
            <a:rPr lang="en-ID" b="0" i="0" dirty="0"/>
            <a:t> yang </a:t>
          </a:r>
          <a:r>
            <a:rPr lang="en-ID" b="0" i="0" dirty="0" err="1"/>
            <a:t>lebih</a:t>
          </a:r>
          <a:r>
            <a:rPr lang="en-ID" b="0" i="0" dirty="0"/>
            <a:t> </a:t>
          </a:r>
          <a:r>
            <a:rPr lang="en-ID" b="0" i="0" dirty="0" err="1"/>
            <a:t>baik</a:t>
          </a:r>
          <a:endParaRPr lang="en-ID" dirty="0"/>
        </a:p>
      </dgm:t>
    </dgm:pt>
    <dgm:pt modelId="{742EBA2C-A598-4802-AAF3-A30E7D489380}" type="parTrans" cxnId="{2E5BD4F1-B567-4EA6-BADC-F2B0ABB3AFCE}">
      <dgm:prSet/>
      <dgm:spPr/>
      <dgm:t>
        <a:bodyPr/>
        <a:lstStyle/>
        <a:p>
          <a:endParaRPr lang="en-ID"/>
        </a:p>
      </dgm:t>
    </dgm:pt>
    <dgm:pt modelId="{2453F73C-55A7-4046-9270-14F818765F38}" type="sibTrans" cxnId="{2E5BD4F1-B567-4EA6-BADC-F2B0ABB3AFCE}">
      <dgm:prSet/>
      <dgm:spPr/>
      <dgm:t>
        <a:bodyPr/>
        <a:lstStyle/>
        <a:p>
          <a:endParaRPr lang="en-ID"/>
        </a:p>
      </dgm:t>
    </dgm:pt>
    <dgm:pt modelId="{89FD8B0F-C656-41E3-B65E-EEA292D697C8}" type="pres">
      <dgm:prSet presAssocID="{31436B87-2436-4AF5-917F-0458A73242FF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7E4B3E9C-F3BD-4B71-98F2-07FBB7F9677C}" type="pres">
      <dgm:prSet presAssocID="{383886C2-0B74-4181-A02A-614271766ADF}" presName="thickLine" presStyleLbl="alignNode1" presStyleIdx="0" presStyleCnt="6"/>
      <dgm:spPr/>
    </dgm:pt>
    <dgm:pt modelId="{7ACF292B-87FB-4E28-B49B-EF5CE7FA7D62}" type="pres">
      <dgm:prSet presAssocID="{383886C2-0B74-4181-A02A-614271766ADF}" presName="horz1" presStyleCnt="0"/>
      <dgm:spPr/>
    </dgm:pt>
    <dgm:pt modelId="{0B44184C-F7B5-4461-A7A0-D582B8FE6727}" type="pres">
      <dgm:prSet presAssocID="{383886C2-0B74-4181-A02A-614271766ADF}" presName="tx1" presStyleLbl="revTx" presStyleIdx="0" presStyleCnt="6"/>
      <dgm:spPr/>
      <dgm:t>
        <a:bodyPr/>
        <a:lstStyle/>
        <a:p>
          <a:endParaRPr lang="en-US"/>
        </a:p>
      </dgm:t>
    </dgm:pt>
    <dgm:pt modelId="{E7750390-EE1F-4E9D-BCFD-40D082023678}" type="pres">
      <dgm:prSet presAssocID="{383886C2-0B74-4181-A02A-614271766ADF}" presName="vert1" presStyleCnt="0"/>
      <dgm:spPr/>
    </dgm:pt>
    <dgm:pt modelId="{17F38DC5-7E4A-4D27-95AA-991A92C8D730}" type="pres">
      <dgm:prSet presAssocID="{21F5FB6F-2315-4598-A732-38131876FDFF}" presName="thickLine" presStyleLbl="alignNode1" presStyleIdx="1" presStyleCnt="6"/>
      <dgm:spPr/>
    </dgm:pt>
    <dgm:pt modelId="{DC99909D-F2C3-482F-A105-F3E63F857295}" type="pres">
      <dgm:prSet presAssocID="{21F5FB6F-2315-4598-A732-38131876FDFF}" presName="horz1" presStyleCnt="0"/>
      <dgm:spPr/>
    </dgm:pt>
    <dgm:pt modelId="{9469134D-3F3B-4EEF-B228-01E28D5A9252}" type="pres">
      <dgm:prSet presAssocID="{21F5FB6F-2315-4598-A732-38131876FDFF}" presName="tx1" presStyleLbl="revTx" presStyleIdx="1" presStyleCnt="6"/>
      <dgm:spPr/>
      <dgm:t>
        <a:bodyPr/>
        <a:lstStyle/>
        <a:p>
          <a:endParaRPr lang="en-US"/>
        </a:p>
      </dgm:t>
    </dgm:pt>
    <dgm:pt modelId="{E0255931-CAF5-4288-96CF-63B4BD84C06F}" type="pres">
      <dgm:prSet presAssocID="{21F5FB6F-2315-4598-A732-38131876FDFF}" presName="vert1" presStyleCnt="0"/>
      <dgm:spPr/>
    </dgm:pt>
    <dgm:pt modelId="{7318CDDD-7A9E-4A5F-8012-2A493A3D1F4A}" type="pres">
      <dgm:prSet presAssocID="{724DF311-A1DA-44A7-913A-F3C118947FA9}" presName="thickLine" presStyleLbl="alignNode1" presStyleIdx="2" presStyleCnt="6"/>
      <dgm:spPr/>
    </dgm:pt>
    <dgm:pt modelId="{A8AB232F-1FD6-45ED-8AC8-2F3C5352CB27}" type="pres">
      <dgm:prSet presAssocID="{724DF311-A1DA-44A7-913A-F3C118947FA9}" presName="horz1" presStyleCnt="0"/>
      <dgm:spPr/>
    </dgm:pt>
    <dgm:pt modelId="{90D72649-017E-4047-A966-11D024021872}" type="pres">
      <dgm:prSet presAssocID="{724DF311-A1DA-44A7-913A-F3C118947FA9}" presName="tx1" presStyleLbl="revTx" presStyleIdx="2" presStyleCnt="6"/>
      <dgm:spPr/>
      <dgm:t>
        <a:bodyPr/>
        <a:lstStyle/>
        <a:p>
          <a:endParaRPr lang="en-US"/>
        </a:p>
      </dgm:t>
    </dgm:pt>
    <dgm:pt modelId="{54962ED4-60AF-4E4D-BD1D-0166257BB568}" type="pres">
      <dgm:prSet presAssocID="{724DF311-A1DA-44A7-913A-F3C118947FA9}" presName="vert1" presStyleCnt="0"/>
      <dgm:spPr/>
    </dgm:pt>
    <dgm:pt modelId="{7400EC5C-25EE-48C5-A9C2-8C9F7A047E06}" type="pres">
      <dgm:prSet presAssocID="{8989E525-11E5-4709-860F-1F81C19AE896}" presName="thickLine" presStyleLbl="alignNode1" presStyleIdx="3" presStyleCnt="6"/>
      <dgm:spPr/>
    </dgm:pt>
    <dgm:pt modelId="{92F73880-C27F-4245-88AA-F2DEA3D9688E}" type="pres">
      <dgm:prSet presAssocID="{8989E525-11E5-4709-860F-1F81C19AE896}" presName="horz1" presStyleCnt="0"/>
      <dgm:spPr/>
    </dgm:pt>
    <dgm:pt modelId="{42A9367A-F665-4D74-B9EA-0A27F65C0699}" type="pres">
      <dgm:prSet presAssocID="{8989E525-11E5-4709-860F-1F81C19AE896}" presName="tx1" presStyleLbl="revTx" presStyleIdx="3" presStyleCnt="6"/>
      <dgm:spPr/>
      <dgm:t>
        <a:bodyPr/>
        <a:lstStyle/>
        <a:p>
          <a:endParaRPr lang="en-US"/>
        </a:p>
      </dgm:t>
    </dgm:pt>
    <dgm:pt modelId="{83237A12-96A4-43F3-A189-2E4ABA44C056}" type="pres">
      <dgm:prSet presAssocID="{8989E525-11E5-4709-860F-1F81C19AE896}" presName="vert1" presStyleCnt="0"/>
      <dgm:spPr/>
    </dgm:pt>
    <dgm:pt modelId="{A939E5E3-70E2-4BF4-8910-D63379DF67D8}" type="pres">
      <dgm:prSet presAssocID="{8DADDF9F-81F4-4E08-83BE-3710A1B7E867}" presName="thickLine" presStyleLbl="alignNode1" presStyleIdx="4" presStyleCnt="6"/>
      <dgm:spPr/>
    </dgm:pt>
    <dgm:pt modelId="{FBF47569-A323-4D60-B1E3-2ECF46A084A9}" type="pres">
      <dgm:prSet presAssocID="{8DADDF9F-81F4-4E08-83BE-3710A1B7E867}" presName="horz1" presStyleCnt="0"/>
      <dgm:spPr/>
    </dgm:pt>
    <dgm:pt modelId="{8B33A40F-85AC-4DCB-90D6-F45F59B2A970}" type="pres">
      <dgm:prSet presAssocID="{8DADDF9F-81F4-4E08-83BE-3710A1B7E867}" presName="tx1" presStyleLbl="revTx" presStyleIdx="4" presStyleCnt="6"/>
      <dgm:spPr/>
      <dgm:t>
        <a:bodyPr/>
        <a:lstStyle/>
        <a:p>
          <a:endParaRPr lang="en-US"/>
        </a:p>
      </dgm:t>
    </dgm:pt>
    <dgm:pt modelId="{89E604D9-C353-4860-8164-32E28F585F96}" type="pres">
      <dgm:prSet presAssocID="{8DADDF9F-81F4-4E08-83BE-3710A1B7E867}" presName="vert1" presStyleCnt="0"/>
      <dgm:spPr/>
    </dgm:pt>
    <dgm:pt modelId="{30CC03B0-4308-40CD-907C-7C831D70E5FC}" type="pres">
      <dgm:prSet presAssocID="{C5DC9974-C8F2-4F6B-8D8A-E8F2A028C89B}" presName="thickLine" presStyleLbl="alignNode1" presStyleIdx="5" presStyleCnt="6"/>
      <dgm:spPr/>
    </dgm:pt>
    <dgm:pt modelId="{49E12A60-1B62-4B9E-800E-59073EF157CC}" type="pres">
      <dgm:prSet presAssocID="{C5DC9974-C8F2-4F6B-8D8A-E8F2A028C89B}" presName="horz1" presStyleCnt="0"/>
      <dgm:spPr/>
    </dgm:pt>
    <dgm:pt modelId="{05110F03-1C3A-47A5-AF50-2820829CFFB6}" type="pres">
      <dgm:prSet presAssocID="{C5DC9974-C8F2-4F6B-8D8A-E8F2A028C89B}" presName="tx1" presStyleLbl="revTx" presStyleIdx="5" presStyleCnt="6"/>
      <dgm:spPr/>
      <dgm:t>
        <a:bodyPr/>
        <a:lstStyle/>
        <a:p>
          <a:endParaRPr lang="en-US"/>
        </a:p>
      </dgm:t>
    </dgm:pt>
    <dgm:pt modelId="{5FA96582-6746-49A1-823A-49E44EC51950}" type="pres">
      <dgm:prSet presAssocID="{C5DC9974-C8F2-4F6B-8D8A-E8F2A028C89B}" presName="vert1" presStyleCnt="0"/>
      <dgm:spPr/>
    </dgm:pt>
  </dgm:ptLst>
  <dgm:cxnLst>
    <dgm:cxn modelId="{786F888F-56E6-4D11-AB2B-31A1CE56588C}" srcId="{31436B87-2436-4AF5-917F-0458A73242FF}" destId="{724DF311-A1DA-44A7-913A-F3C118947FA9}" srcOrd="2" destOrd="0" parTransId="{D5BA7875-D4D5-4BB2-A678-3541A49B28FB}" sibTransId="{E2D4099C-7727-4D1E-9482-299C922A25E0}"/>
    <dgm:cxn modelId="{1572E731-693C-4D0B-9E63-5129872BEC68}" type="presOf" srcId="{724DF311-A1DA-44A7-913A-F3C118947FA9}" destId="{90D72649-017E-4047-A966-11D024021872}" srcOrd="0" destOrd="0" presId="urn:microsoft.com/office/officeart/2008/layout/LinedList"/>
    <dgm:cxn modelId="{C0640476-FBD2-4677-B637-EF4769027CBE}" type="presOf" srcId="{31436B87-2436-4AF5-917F-0458A73242FF}" destId="{89FD8B0F-C656-41E3-B65E-EEA292D697C8}" srcOrd="0" destOrd="0" presId="urn:microsoft.com/office/officeart/2008/layout/LinedList"/>
    <dgm:cxn modelId="{88D58628-DBEE-443C-BC9C-4EDDF8B02C34}" srcId="{31436B87-2436-4AF5-917F-0458A73242FF}" destId="{8989E525-11E5-4709-860F-1F81C19AE896}" srcOrd="3" destOrd="0" parTransId="{6E15C107-1660-4E44-85DA-C3802FEDC763}" sibTransId="{2181CD71-8B3A-4C1C-A5FB-3BB499054EB2}"/>
    <dgm:cxn modelId="{3216FFBC-9AF1-4B86-8E47-16AE4643843E}" type="presOf" srcId="{8DADDF9F-81F4-4E08-83BE-3710A1B7E867}" destId="{8B33A40F-85AC-4DCB-90D6-F45F59B2A970}" srcOrd="0" destOrd="0" presId="urn:microsoft.com/office/officeart/2008/layout/LinedList"/>
    <dgm:cxn modelId="{66917A9E-F90D-4014-A5A2-39C28C80C4AF}" type="presOf" srcId="{383886C2-0B74-4181-A02A-614271766ADF}" destId="{0B44184C-F7B5-4461-A7A0-D582B8FE6727}" srcOrd="0" destOrd="0" presId="urn:microsoft.com/office/officeart/2008/layout/LinedList"/>
    <dgm:cxn modelId="{AD287DCF-0939-4944-8A6E-38C7FFE4E986}" type="presOf" srcId="{8989E525-11E5-4709-860F-1F81C19AE896}" destId="{42A9367A-F665-4D74-B9EA-0A27F65C0699}" srcOrd="0" destOrd="0" presId="urn:microsoft.com/office/officeart/2008/layout/LinedList"/>
    <dgm:cxn modelId="{1F683153-9FC4-4B71-AC46-CA65EDD2BBA2}" type="presOf" srcId="{C5DC9974-C8F2-4F6B-8D8A-E8F2A028C89B}" destId="{05110F03-1C3A-47A5-AF50-2820829CFFB6}" srcOrd="0" destOrd="0" presId="urn:microsoft.com/office/officeart/2008/layout/LinedList"/>
    <dgm:cxn modelId="{F92B407F-DA0A-4319-85CF-1DCC4F044E6F}" srcId="{31436B87-2436-4AF5-917F-0458A73242FF}" destId="{21F5FB6F-2315-4598-A732-38131876FDFF}" srcOrd="1" destOrd="0" parTransId="{989893E8-E569-47F7-9BFF-E5FF944A6784}" sibTransId="{0140351D-D2E9-49C1-8BCD-057207304E48}"/>
    <dgm:cxn modelId="{2E5BD4F1-B567-4EA6-BADC-F2B0ABB3AFCE}" srcId="{31436B87-2436-4AF5-917F-0458A73242FF}" destId="{C5DC9974-C8F2-4F6B-8D8A-E8F2A028C89B}" srcOrd="5" destOrd="0" parTransId="{742EBA2C-A598-4802-AAF3-A30E7D489380}" sibTransId="{2453F73C-55A7-4046-9270-14F818765F38}"/>
    <dgm:cxn modelId="{2AEEFF60-209C-43CD-9335-CEFA50A6359B}" srcId="{31436B87-2436-4AF5-917F-0458A73242FF}" destId="{8DADDF9F-81F4-4E08-83BE-3710A1B7E867}" srcOrd="4" destOrd="0" parTransId="{AA44E4D7-520E-43EA-ADB6-3F904D259136}" sibTransId="{D43F7684-F5E5-4D32-97DB-DE053DE2F1F6}"/>
    <dgm:cxn modelId="{C09DFC1C-F63E-4049-9A2C-5C84737519E2}" srcId="{31436B87-2436-4AF5-917F-0458A73242FF}" destId="{383886C2-0B74-4181-A02A-614271766ADF}" srcOrd="0" destOrd="0" parTransId="{7AE82AA5-BFB5-4948-8411-295AE1231244}" sibTransId="{FB0DDCB6-C5CE-4C25-BBFF-41F74A90FA6C}"/>
    <dgm:cxn modelId="{A20F3256-F43C-4F10-9CAC-EC597A4B5EBE}" type="presOf" srcId="{21F5FB6F-2315-4598-A732-38131876FDFF}" destId="{9469134D-3F3B-4EEF-B228-01E28D5A9252}" srcOrd="0" destOrd="0" presId="urn:microsoft.com/office/officeart/2008/layout/LinedList"/>
    <dgm:cxn modelId="{6CD235DF-57F8-4542-B7E9-EDB0E71D55AE}" type="presParOf" srcId="{89FD8B0F-C656-41E3-B65E-EEA292D697C8}" destId="{7E4B3E9C-F3BD-4B71-98F2-07FBB7F9677C}" srcOrd="0" destOrd="0" presId="urn:microsoft.com/office/officeart/2008/layout/LinedList"/>
    <dgm:cxn modelId="{D7B0ACBB-26D3-44FD-920A-EC61ACDD1926}" type="presParOf" srcId="{89FD8B0F-C656-41E3-B65E-EEA292D697C8}" destId="{7ACF292B-87FB-4E28-B49B-EF5CE7FA7D62}" srcOrd="1" destOrd="0" presId="urn:microsoft.com/office/officeart/2008/layout/LinedList"/>
    <dgm:cxn modelId="{68DA4094-7F89-440C-8D43-4459A9797488}" type="presParOf" srcId="{7ACF292B-87FB-4E28-B49B-EF5CE7FA7D62}" destId="{0B44184C-F7B5-4461-A7A0-D582B8FE6727}" srcOrd="0" destOrd="0" presId="urn:microsoft.com/office/officeart/2008/layout/LinedList"/>
    <dgm:cxn modelId="{FAA1505B-BC12-4A2D-BDEF-AA3D7E69EA20}" type="presParOf" srcId="{7ACF292B-87FB-4E28-B49B-EF5CE7FA7D62}" destId="{E7750390-EE1F-4E9D-BCFD-40D082023678}" srcOrd="1" destOrd="0" presId="urn:microsoft.com/office/officeart/2008/layout/LinedList"/>
    <dgm:cxn modelId="{FB6391F8-8635-4F5E-96CB-1E63712F0427}" type="presParOf" srcId="{89FD8B0F-C656-41E3-B65E-EEA292D697C8}" destId="{17F38DC5-7E4A-4D27-95AA-991A92C8D730}" srcOrd="2" destOrd="0" presId="urn:microsoft.com/office/officeart/2008/layout/LinedList"/>
    <dgm:cxn modelId="{70E01B9A-7DE5-4B77-A2B5-76F528DD1DD5}" type="presParOf" srcId="{89FD8B0F-C656-41E3-B65E-EEA292D697C8}" destId="{DC99909D-F2C3-482F-A105-F3E63F857295}" srcOrd="3" destOrd="0" presId="urn:microsoft.com/office/officeart/2008/layout/LinedList"/>
    <dgm:cxn modelId="{45B48B78-94B1-4EAE-ACC4-A0EEBE62F78B}" type="presParOf" srcId="{DC99909D-F2C3-482F-A105-F3E63F857295}" destId="{9469134D-3F3B-4EEF-B228-01E28D5A9252}" srcOrd="0" destOrd="0" presId="urn:microsoft.com/office/officeart/2008/layout/LinedList"/>
    <dgm:cxn modelId="{DB4CC9C8-6E29-4E36-A66D-15772D2AA8D0}" type="presParOf" srcId="{DC99909D-F2C3-482F-A105-F3E63F857295}" destId="{E0255931-CAF5-4288-96CF-63B4BD84C06F}" srcOrd="1" destOrd="0" presId="urn:microsoft.com/office/officeart/2008/layout/LinedList"/>
    <dgm:cxn modelId="{1C1F8558-E817-413A-858C-7F087A8B7170}" type="presParOf" srcId="{89FD8B0F-C656-41E3-B65E-EEA292D697C8}" destId="{7318CDDD-7A9E-4A5F-8012-2A493A3D1F4A}" srcOrd="4" destOrd="0" presId="urn:microsoft.com/office/officeart/2008/layout/LinedList"/>
    <dgm:cxn modelId="{BFFBABDA-A206-42A1-BBEC-966B8FC14204}" type="presParOf" srcId="{89FD8B0F-C656-41E3-B65E-EEA292D697C8}" destId="{A8AB232F-1FD6-45ED-8AC8-2F3C5352CB27}" srcOrd="5" destOrd="0" presId="urn:microsoft.com/office/officeart/2008/layout/LinedList"/>
    <dgm:cxn modelId="{08D6AF5E-C702-4F21-B587-3CE3AD6F489D}" type="presParOf" srcId="{A8AB232F-1FD6-45ED-8AC8-2F3C5352CB27}" destId="{90D72649-017E-4047-A966-11D024021872}" srcOrd="0" destOrd="0" presId="urn:microsoft.com/office/officeart/2008/layout/LinedList"/>
    <dgm:cxn modelId="{6A870400-5F4D-4031-8792-AB94B8D0FBD5}" type="presParOf" srcId="{A8AB232F-1FD6-45ED-8AC8-2F3C5352CB27}" destId="{54962ED4-60AF-4E4D-BD1D-0166257BB568}" srcOrd="1" destOrd="0" presId="urn:microsoft.com/office/officeart/2008/layout/LinedList"/>
    <dgm:cxn modelId="{8BA49825-6405-4A7C-AAC9-72B072B3ACF9}" type="presParOf" srcId="{89FD8B0F-C656-41E3-B65E-EEA292D697C8}" destId="{7400EC5C-25EE-48C5-A9C2-8C9F7A047E06}" srcOrd="6" destOrd="0" presId="urn:microsoft.com/office/officeart/2008/layout/LinedList"/>
    <dgm:cxn modelId="{B269248A-A656-4D1F-9DE5-B378D6301A58}" type="presParOf" srcId="{89FD8B0F-C656-41E3-B65E-EEA292D697C8}" destId="{92F73880-C27F-4245-88AA-F2DEA3D9688E}" srcOrd="7" destOrd="0" presId="urn:microsoft.com/office/officeart/2008/layout/LinedList"/>
    <dgm:cxn modelId="{AE046FEA-C0AF-4AFE-A418-9CC6CE1D6141}" type="presParOf" srcId="{92F73880-C27F-4245-88AA-F2DEA3D9688E}" destId="{42A9367A-F665-4D74-B9EA-0A27F65C0699}" srcOrd="0" destOrd="0" presId="urn:microsoft.com/office/officeart/2008/layout/LinedList"/>
    <dgm:cxn modelId="{E7B50D78-2160-454B-BA8D-C8DF86F0B262}" type="presParOf" srcId="{92F73880-C27F-4245-88AA-F2DEA3D9688E}" destId="{83237A12-96A4-43F3-A189-2E4ABA44C056}" srcOrd="1" destOrd="0" presId="urn:microsoft.com/office/officeart/2008/layout/LinedList"/>
    <dgm:cxn modelId="{FA287415-7432-4BA8-9094-38A32811DA31}" type="presParOf" srcId="{89FD8B0F-C656-41E3-B65E-EEA292D697C8}" destId="{A939E5E3-70E2-4BF4-8910-D63379DF67D8}" srcOrd="8" destOrd="0" presId="urn:microsoft.com/office/officeart/2008/layout/LinedList"/>
    <dgm:cxn modelId="{0C91A432-D5A2-4E5F-80BB-9166CE3509A6}" type="presParOf" srcId="{89FD8B0F-C656-41E3-B65E-EEA292D697C8}" destId="{FBF47569-A323-4D60-B1E3-2ECF46A084A9}" srcOrd="9" destOrd="0" presId="urn:microsoft.com/office/officeart/2008/layout/LinedList"/>
    <dgm:cxn modelId="{7B4C6C67-26F2-4A27-9480-60D8FB561CA5}" type="presParOf" srcId="{FBF47569-A323-4D60-B1E3-2ECF46A084A9}" destId="{8B33A40F-85AC-4DCB-90D6-F45F59B2A970}" srcOrd="0" destOrd="0" presId="urn:microsoft.com/office/officeart/2008/layout/LinedList"/>
    <dgm:cxn modelId="{58403FBF-AB85-4577-9722-9CA0AB9323E7}" type="presParOf" srcId="{FBF47569-A323-4D60-B1E3-2ECF46A084A9}" destId="{89E604D9-C353-4860-8164-32E28F585F96}" srcOrd="1" destOrd="0" presId="urn:microsoft.com/office/officeart/2008/layout/LinedList"/>
    <dgm:cxn modelId="{6FA479E9-2114-43AB-8242-AA66CE07B419}" type="presParOf" srcId="{89FD8B0F-C656-41E3-B65E-EEA292D697C8}" destId="{30CC03B0-4308-40CD-907C-7C831D70E5FC}" srcOrd="10" destOrd="0" presId="urn:microsoft.com/office/officeart/2008/layout/LinedList"/>
    <dgm:cxn modelId="{A717AD5F-E274-4D4C-BBD0-8CDD9BD8C67C}" type="presParOf" srcId="{89FD8B0F-C656-41E3-B65E-EEA292D697C8}" destId="{49E12A60-1B62-4B9E-800E-59073EF157CC}" srcOrd="11" destOrd="0" presId="urn:microsoft.com/office/officeart/2008/layout/LinedList"/>
    <dgm:cxn modelId="{093B3BD7-2216-4C28-96DB-245BA1E880A8}" type="presParOf" srcId="{49E12A60-1B62-4B9E-800E-59073EF157CC}" destId="{05110F03-1C3A-47A5-AF50-2820829CFFB6}" srcOrd="0" destOrd="0" presId="urn:microsoft.com/office/officeart/2008/layout/LinedList"/>
    <dgm:cxn modelId="{89F5A20C-25AB-4FC7-A0F8-74C28199DB4E}" type="presParOf" srcId="{49E12A60-1B62-4B9E-800E-59073EF157CC}" destId="{5FA96582-6746-49A1-823A-49E44EC519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B7CB35-41DC-43CB-BE2F-AD43675014BB}" type="doc">
      <dgm:prSet loTypeId="urn:microsoft.com/office/officeart/2005/8/layout/cycle3" loCatId="cycle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D"/>
        </a:p>
      </dgm:t>
    </dgm:pt>
    <dgm:pt modelId="{9854196B-2C22-4223-ADDF-C64534630A4D}">
      <dgm:prSet phldrT="[Text]"/>
      <dgm:spPr/>
      <dgm:t>
        <a:bodyPr/>
        <a:lstStyle/>
        <a:p>
          <a:r>
            <a:rPr lang="en-ID" b="1" dirty="0"/>
            <a:t>1.  </a:t>
          </a:r>
          <a:r>
            <a:rPr lang="en-ID" b="1" dirty="0" err="1"/>
            <a:t>Perencanaan</a:t>
          </a:r>
          <a:r>
            <a:rPr lang="en-ID" b="1" dirty="0"/>
            <a:t>. </a:t>
          </a:r>
        </a:p>
        <a:p>
          <a:r>
            <a:rPr lang="en-ID" b="0" i="0" dirty="0" err="1"/>
            <a:t>Penetapan</a:t>
          </a:r>
          <a:r>
            <a:rPr lang="en-ID" b="0" i="0" dirty="0"/>
            <a:t> </a:t>
          </a:r>
          <a:r>
            <a:rPr lang="en-ID" b="0" i="0" dirty="0" err="1"/>
            <a:t>indikator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</a:t>
          </a:r>
          <a:r>
            <a:rPr lang="en-ID" b="0" i="0" dirty="0" err="1"/>
            <a:t>lengkap</a:t>
          </a:r>
          <a:r>
            <a:rPr lang="en-ID" b="0" i="0" dirty="0"/>
            <a:t> </a:t>
          </a:r>
          <a:r>
            <a:rPr lang="en-ID" b="0" i="0" dirty="0" err="1"/>
            <a:t>dengan</a:t>
          </a:r>
          <a:r>
            <a:rPr lang="en-ID" b="0" i="0" dirty="0"/>
            <a:t> </a:t>
          </a:r>
          <a:r>
            <a:rPr lang="en-ID" b="0" i="0" dirty="0" err="1"/>
            <a:t>berbagai</a:t>
          </a:r>
          <a:r>
            <a:rPr lang="en-ID" b="0" i="0" dirty="0"/>
            <a:t> strategi dan program </a:t>
          </a:r>
          <a:r>
            <a:rPr lang="en-ID" b="0" i="0" dirty="0" err="1"/>
            <a:t>kerja</a:t>
          </a:r>
          <a:r>
            <a:rPr lang="en-ID" b="0" i="0" dirty="0"/>
            <a:t> yang </a:t>
          </a:r>
          <a:r>
            <a:rPr lang="en-ID" b="0" i="0" dirty="0" err="1"/>
            <a:t>diperlukan</a:t>
          </a:r>
          <a:r>
            <a:rPr lang="en-ID" b="0" i="0" dirty="0"/>
            <a:t> </a:t>
          </a:r>
          <a:r>
            <a:rPr lang="en-ID" b="0" i="0" dirty="0" err="1"/>
            <a:t>untuk</a:t>
          </a:r>
          <a:r>
            <a:rPr lang="en-ID" b="0" i="0" dirty="0"/>
            <a:t> </a:t>
          </a:r>
          <a:r>
            <a:rPr lang="en-ID" b="0" i="0" dirty="0" err="1"/>
            <a:t>mencapai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yang </a:t>
          </a:r>
          <a:r>
            <a:rPr lang="en-ID" b="0" i="0" dirty="0" err="1"/>
            <a:t>diinginkan</a:t>
          </a:r>
          <a:endParaRPr lang="en-ID" dirty="0"/>
        </a:p>
      </dgm:t>
    </dgm:pt>
    <dgm:pt modelId="{073DBE79-CB6B-4F2A-B63F-710638F89381}" type="parTrans" cxnId="{2ADF1033-58B6-4996-A95B-352EF2695AB1}">
      <dgm:prSet/>
      <dgm:spPr/>
      <dgm:t>
        <a:bodyPr/>
        <a:lstStyle/>
        <a:p>
          <a:endParaRPr lang="en-ID"/>
        </a:p>
      </dgm:t>
    </dgm:pt>
    <dgm:pt modelId="{B37AC636-098E-4595-924F-92F8F3997FA6}" type="sibTrans" cxnId="{2ADF1033-58B6-4996-A95B-352EF2695AB1}">
      <dgm:prSet/>
      <dgm:spPr/>
      <dgm:t>
        <a:bodyPr/>
        <a:lstStyle/>
        <a:p>
          <a:endParaRPr lang="en-ID"/>
        </a:p>
      </dgm:t>
    </dgm:pt>
    <dgm:pt modelId="{98EFBDD6-02AE-4C2B-AE61-AF960B1559B7}">
      <dgm:prSet phldrT="[Text]"/>
      <dgm:spPr/>
      <dgm:t>
        <a:bodyPr/>
        <a:lstStyle/>
        <a:p>
          <a:r>
            <a:rPr lang="en-ID" b="1" dirty="0"/>
            <a:t>2.  </a:t>
          </a:r>
          <a:r>
            <a:rPr lang="en-ID" b="1" dirty="0" err="1"/>
            <a:t>Pelaksanaan</a:t>
          </a:r>
          <a:r>
            <a:rPr lang="en-ID" b="1" dirty="0"/>
            <a:t>.</a:t>
          </a:r>
        </a:p>
        <a:p>
          <a:r>
            <a:rPr lang="en-ID" b="0" i="0" dirty="0" err="1"/>
            <a:t>Organisasi</a:t>
          </a:r>
          <a:r>
            <a:rPr lang="en-ID" b="0" i="0" dirty="0"/>
            <a:t> </a:t>
          </a:r>
          <a:r>
            <a:rPr lang="en-ID" b="0" i="0" dirty="0" err="1"/>
            <a:t>bergerak</a:t>
          </a:r>
          <a:r>
            <a:rPr lang="en-ID" b="0" i="0" dirty="0"/>
            <a:t> </a:t>
          </a:r>
          <a:r>
            <a:rPr lang="en-ID" b="0" i="0" dirty="0" err="1"/>
            <a:t>sesuai</a:t>
          </a:r>
          <a:r>
            <a:rPr lang="en-ID" b="0" i="0" dirty="0"/>
            <a:t> </a:t>
          </a:r>
          <a:r>
            <a:rPr lang="en-ID" b="0" i="0" dirty="0" err="1"/>
            <a:t>dengan</a:t>
          </a:r>
          <a:r>
            <a:rPr lang="en-ID" b="0" i="0" dirty="0"/>
            <a:t> </a:t>
          </a:r>
          <a:r>
            <a:rPr lang="en-ID" b="0" i="0" dirty="0" err="1"/>
            <a:t>rencana</a:t>
          </a:r>
          <a:r>
            <a:rPr lang="en-ID" b="0" i="0" dirty="0"/>
            <a:t> yang </a:t>
          </a:r>
          <a:r>
            <a:rPr lang="en-ID" b="0" i="0" dirty="0" err="1"/>
            <a:t>telah</a:t>
          </a:r>
          <a:r>
            <a:rPr lang="en-ID" b="0" i="0" dirty="0"/>
            <a:t> </a:t>
          </a:r>
          <a:r>
            <a:rPr lang="en-ID" b="0" i="0" dirty="0" err="1"/>
            <a:t>dibuat</a:t>
          </a:r>
          <a:r>
            <a:rPr lang="en-ID" b="0" i="0" dirty="0"/>
            <a:t>, </a:t>
          </a:r>
          <a:r>
            <a:rPr lang="en-ID" b="0" i="0" dirty="0" err="1"/>
            <a:t>jika</a:t>
          </a:r>
          <a:r>
            <a:rPr lang="en-ID" b="0" i="0" dirty="0"/>
            <a:t> </a:t>
          </a:r>
          <a:r>
            <a:rPr lang="en-ID" b="0" i="0" dirty="0" err="1"/>
            <a:t>ada</a:t>
          </a:r>
          <a:r>
            <a:rPr lang="en-ID" b="0" i="0" dirty="0"/>
            <a:t> </a:t>
          </a:r>
          <a:r>
            <a:rPr lang="en-ID" b="0" i="0" dirty="0" err="1"/>
            <a:t>perubahan</a:t>
          </a:r>
          <a:r>
            <a:rPr lang="en-ID" b="0" i="0" dirty="0"/>
            <a:t> </a:t>
          </a:r>
          <a:r>
            <a:rPr lang="en-ID" b="0" i="0" dirty="0" err="1"/>
            <a:t>akibat</a:t>
          </a:r>
          <a:r>
            <a:rPr lang="en-ID" b="0" i="0" dirty="0"/>
            <a:t> </a:t>
          </a:r>
          <a:r>
            <a:rPr lang="en-ID" b="0" i="0" dirty="0" err="1"/>
            <a:t>adanya</a:t>
          </a:r>
          <a:r>
            <a:rPr lang="en-ID" b="0" i="0" dirty="0"/>
            <a:t> </a:t>
          </a:r>
          <a:r>
            <a:rPr lang="en-ID" b="0" i="0" dirty="0" err="1"/>
            <a:t>perkembangan</a:t>
          </a:r>
          <a:r>
            <a:rPr lang="en-ID" b="0" i="0" dirty="0"/>
            <a:t> </a:t>
          </a:r>
          <a:r>
            <a:rPr lang="en-ID" b="0" i="0" dirty="0" err="1"/>
            <a:t>baru</a:t>
          </a:r>
          <a:r>
            <a:rPr lang="en-ID" b="0" i="0" dirty="0"/>
            <a:t> </a:t>
          </a:r>
          <a:r>
            <a:rPr lang="en-ID" b="0" i="0" dirty="0" err="1"/>
            <a:t>maka</a:t>
          </a:r>
          <a:r>
            <a:rPr lang="en-ID" b="0" i="0" dirty="0"/>
            <a:t> </a:t>
          </a:r>
          <a:r>
            <a:rPr lang="en-ID" b="0" i="0" dirty="0" err="1"/>
            <a:t>lakukan</a:t>
          </a:r>
          <a:r>
            <a:rPr lang="en-ID" b="0" i="0" dirty="0"/>
            <a:t> </a:t>
          </a:r>
          <a:r>
            <a:rPr lang="en-ID" b="0" i="0" dirty="0" err="1"/>
            <a:t>perubahan</a:t>
          </a:r>
          <a:r>
            <a:rPr lang="en-ID" b="0" i="0" dirty="0"/>
            <a:t> </a:t>
          </a:r>
          <a:r>
            <a:rPr lang="en-ID" b="0" i="0" dirty="0" err="1"/>
            <a:t>tersebut</a:t>
          </a:r>
          <a:endParaRPr lang="en-ID" dirty="0"/>
        </a:p>
      </dgm:t>
    </dgm:pt>
    <dgm:pt modelId="{D6683F2C-F901-4554-872D-9568654A2451}" type="parTrans" cxnId="{C386CC1F-D8F5-4D4B-A160-6DBBF431BB6A}">
      <dgm:prSet/>
      <dgm:spPr/>
      <dgm:t>
        <a:bodyPr/>
        <a:lstStyle/>
        <a:p>
          <a:endParaRPr lang="en-ID"/>
        </a:p>
      </dgm:t>
    </dgm:pt>
    <dgm:pt modelId="{EF323CC3-54A4-47C2-9BA1-A3DCCA3AFD42}" type="sibTrans" cxnId="{C386CC1F-D8F5-4D4B-A160-6DBBF431BB6A}">
      <dgm:prSet/>
      <dgm:spPr/>
      <dgm:t>
        <a:bodyPr/>
        <a:lstStyle/>
        <a:p>
          <a:endParaRPr lang="en-ID"/>
        </a:p>
      </dgm:t>
    </dgm:pt>
    <dgm:pt modelId="{0E6F0E09-12CB-4CE2-AA72-455FD20DF932}">
      <dgm:prSet phldrT="[Text]"/>
      <dgm:spPr/>
      <dgm:t>
        <a:bodyPr/>
        <a:lstStyle/>
        <a:p>
          <a:r>
            <a:rPr lang="en-ID" b="1" dirty="0"/>
            <a:t>3. </a:t>
          </a:r>
          <a:r>
            <a:rPr lang="en-ID" b="0" i="0" dirty="0" err="1"/>
            <a:t>Evaluasi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1" dirty="0"/>
            <a:t>. </a:t>
          </a:r>
        </a:p>
        <a:p>
          <a:r>
            <a:rPr lang="en-ID" b="0" i="0" dirty="0" err="1"/>
            <a:t>Menganalisis</a:t>
          </a:r>
          <a:r>
            <a:rPr lang="en-ID" b="0" i="0" dirty="0"/>
            <a:t> </a:t>
          </a:r>
          <a:r>
            <a:rPr lang="en-ID" b="0" i="0" dirty="0" err="1"/>
            <a:t>apakah</a:t>
          </a:r>
          <a:r>
            <a:rPr lang="en-ID" b="0" i="0" dirty="0"/>
            <a:t> </a:t>
          </a:r>
          <a:r>
            <a:rPr lang="en-ID" b="0" i="0" dirty="0" err="1"/>
            <a:t>realisasi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</a:t>
          </a:r>
          <a:r>
            <a:rPr lang="en-ID" b="0" i="0" dirty="0" err="1"/>
            <a:t>sesuai</a:t>
          </a:r>
          <a:r>
            <a:rPr lang="en-ID" b="0" i="0" dirty="0"/>
            <a:t> </a:t>
          </a:r>
          <a:r>
            <a:rPr lang="en-ID" b="0" i="0" dirty="0" err="1"/>
            <a:t>dengan</a:t>
          </a:r>
          <a:r>
            <a:rPr lang="en-ID" b="0" i="0" dirty="0"/>
            <a:t> </a:t>
          </a:r>
          <a:r>
            <a:rPr lang="en-ID" b="0" i="0" dirty="0" err="1"/>
            <a:t>rencana</a:t>
          </a:r>
          <a:r>
            <a:rPr lang="en-ID" b="0" i="0" dirty="0"/>
            <a:t> yang </a:t>
          </a:r>
          <a:r>
            <a:rPr lang="en-ID" b="0" i="0" dirty="0" err="1"/>
            <a:t>sudah</a:t>
          </a:r>
          <a:r>
            <a:rPr lang="en-ID" b="0" i="0" dirty="0"/>
            <a:t> </a:t>
          </a:r>
          <a:r>
            <a:rPr lang="en-ID" b="0" i="0" dirty="0" err="1"/>
            <a:t>ditetapkan</a:t>
          </a:r>
          <a:r>
            <a:rPr lang="en-ID" b="0" i="0" dirty="0"/>
            <a:t> </a:t>
          </a:r>
          <a:r>
            <a:rPr lang="en-ID" b="0" i="0" dirty="0" err="1"/>
            <a:t>sebelumnya</a:t>
          </a:r>
          <a:r>
            <a:rPr lang="en-ID" b="0" i="0" dirty="0"/>
            <a:t>. </a:t>
          </a:r>
          <a:r>
            <a:rPr lang="en-ID" b="0" i="0" dirty="0" err="1"/>
            <a:t>Semuanya</a:t>
          </a:r>
          <a:r>
            <a:rPr lang="en-ID" b="0" i="0" dirty="0"/>
            <a:t> </a:t>
          </a:r>
          <a:r>
            <a:rPr lang="en-ID" b="0" i="0" dirty="0" err="1"/>
            <a:t>ini</a:t>
          </a:r>
          <a:r>
            <a:rPr lang="en-ID" b="0" i="0" dirty="0"/>
            <a:t> </a:t>
          </a:r>
          <a:r>
            <a:rPr lang="en-ID" b="0" i="0" dirty="0" err="1"/>
            <a:t>harus</a:t>
          </a:r>
          <a:r>
            <a:rPr lang="en-ID" b="0" i="0" dirty="0"/>
            <a:t> </a:t>
          </a:r>
          <a:r>
            <a:rPr lang="en-ID" b="0" i="0" dirty="0" err="1"/>
            <a:t>serba</a:t>
          </a:r>
          <a:r>
            <a:rPr lang="en-ID" b="0" i="0" dirty="0"/>
            <a:t> </a:t>
          </a:r>
          <a:r>
            <a:rPr lang="en-ID" b="0" i="0" dirty="0" err="1"/>
            <a:t>kuantitatif</a:t>
          </a:r>
          <a:endParaRPr lang="en-ID" dirty="0"/>
        </a:p>
      </dgm:t>
    </dgm:pt>
    <dgm:pt modelId="{947A141F-A67C-457B-93BB-6054F7E43E02}" type="parTrans" cxnId="{019AACA1-C428-4EFF-8552-1F25920A16ED}">
      <dgm:prSet/>
      <dgm:spPr/>
      <dgm:t>
        <a:bodyPr/>
        <a:lstStyle/>
        <a:p>
          <a:endParaRPr lang="en-ID"/>
        </a:p>
      </dgm:t>
    </dgm:pt>
    <dgm:pt modelId="{9A23F044-AB1E-4C88-B092-362F8C9A3C9A}" type="sibTrans" cxnId="{019AACA1-C428-4EFF-8552-1F25920A16ED}">
      <dgm:prSet/>
      <dgm:spPr/>
      <dgm:t>
        <a:bodyPr/>
        <a:lstStyle/>
        <a:p>
          <a:endParaRPr lang="en-ID"/>
        </a:p>
      </dgm:t>
    </dgm:pt>
    <dgm:pt modelId="{7FB8D9B6-5E6B-4208-A511-6BA82AAAB0B5}" type="pres">
      <dgm:prSet presAssocID="{18B7CB35-41DC-43CB-BE2F-AD43675014B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691EB98-CBA8-4835-AB28-FC8BF52D6B1A}" type="pres">
      <dgm:prSet presAssocID="{18B7CB35-41DC-43CB-BE2F-AD43675014BB}" presName="cycle" presStyleCnt="0"/>
      <dgm:spPr/>
    </dgm:pt>
    <dgm:pt modelId="{26566ECB-4A53-4ADC-A401-315D4C89C3F5}" type="pres">
      <dgm:prSet presAssocID="{9854196B-2C22-4223-ADDF-C64534630A4D}" presName="nodeFirs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380520-12CC-4B15-95EE-889BD2BE3559}" type="pres">
      <dgm:prSet presAssocID="{B37AC636-098E-4595-924F-92F8F3997FA6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AB53A99C-721F-4419-ABC4-ABC5F6FADEC3}" type="pres">
      <dgm:prSet presAssocID="{98EFBDD6-02AE-4C2B-AE61-AF960B1559B7}" presName="nodeFollowingNodes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A75FF0-6785-4AAC-B95E-4D7635CF769B}" type="pres">
      <dgm:prSet presAssocID="{0E6F0E09-12CB-4CE2-AA72-455FD20DF932}" presName="nodeFollowingNodes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ADF1033-58B6-4996-A95B-352EF2695AB1}" srcId="{18B7CB35-41DC-43CB-BE2F-AD43675014BB}" destId="{9854196B-2C22-4223-ADDF-C64534630A4D}" srcOrd="0" destOrd="0" parTransId="{073DBE79-CB6B-4F2A-B63F-710638F89381}" sibTransId="{B37AC636-098E-4595-924F-92F8F3997FA6}"/>
    <dgm:cxn modelId="{E20E1985-5D47-4144-BB6A-B1A297DDA292}" type="presOf" srcId="{0E6F0E09-12CB-4CE2-AA72-455FD20DF932}" destId="{AFA75FF0-6785-4AAC-B95E-4D7635CF769B}" srcOrd="0" destOrd="0" presId="urn:microsoft.com/office/officeart/2005/8/layout/cycle3"/>
    <dgm:cxn modelId="{019AACA1-C428-4EFF-8552-1F25920A16ED}" srcId="{18B7CB35-41DC-43CB-BE2F-AD43675014BB}" destId="{0E6F0E09-12CB-4CE2-AA72-455FD20DF932}" srcOrd="2" destOrd="0" parTransId="{947A141F-A67C-457B-93BB-6054F7E43E02}" sibTransId="{9A23F044-AB1E-4C88-B092-362F8C9A3C9A}"/>
    <dgm:cxn modelId="{FC3F625C-77C1-46A9-96CD-8C43B62255CA}" type="presOf" srcId="{9854196B-2C22-4223-ADDF-C64534630A4D}" destId="{26566ECB-4A53-4ADC-A401-315D4C89C3F5}" srcOrd="0" destOrd="0" presId="urn:microsoft.com/office/officeart/2005/8/layout/cycle3"/>
    <dgm:cxn modelId="{0971EE71-7027-49E2-95CA-2DBE0F505C49}" type="presOf" srcId="{18B7CB35-41DC-43CB-BE2F-AD43675014BB}" destId="{7FB8D9B6-5E6B-4208-A511-6BA82AAAB0B5}" srcOrd="0" destOrd="0" presId="urn:microsoft.com/office/officeart/2005/8/layout/cycle3"/>
    <dgm:cxn modelId="{4CF8D94F-6AF5-4FD5-8AF0-BEB2852B0287}" type="presOf" srcId="{98EFBDD6-02AE-4C2B-AE61-AF960B1559B7}" destId="{AB53A99C-721F-4419-ABC4-ABC5F6FADEC3}" srcOrd="0" destOrd="0" presId="urn:microsoft.com/office/officeart/2005/8/layout/cycle3"/>
    <dgm:cxn modelId="{C386CC1F-D8F5-4D4B-A160-6DBBF431BB6A}" srcId="{18B7CB35-41DC-43CB-BE2F-AD43675014BB}" destId="{98EFBDD6-02AE-4C2B-AE61-AF960B1559B7}" srcOrd="1" destOrd="0" parTransId="{D6683F2C-F901-4554-872D-9568654A2451}" sibTransId="{EF323CC3-54A4-47C2-9BA1-A3DCCA3AFD42}"/>
    <dgm:cxn modelId="{71E8D01A-69BF-44D2-B054-6A48A7F0135A}" type="presOf" srcId="{B37AC636-098E-4595-924F-92F8F3997FA6}" destId="{15380520-12CC-4B15-95EE-889BD2BE3559}" srcOrd="0" destOrd="0" presId="urn:microsoft.com/office/officeart/2005/8/layout/cycle3"/>
    <dgm:cxn modelId="{B3046D71-8B34-4094-922B-EE6B9BE9D5FF}" type="presParOf" srcId="{7FB8D9B6-5E6B-4208-A511-6BA82AAAB0B5}" destId="{7691EB98-CBA8-4835-AB28-FC8BF52D6B1A}" srcOrd="0" destOrd="0" presId="urn:microsoft.com/office/officeart/2005/8/layout/cycle3"/>
    <dgm:cxn modelId="{B1D06E7A-FDF9-4A12-85AA-A9AB189C7D7E}" type="presParOf" srcId="{7691EB98-CBA8-4835-AB28-FC8BF52D6B1A}" destId="{26566ECB-4A53-4ADC-A401-315D4C89C3F5}" srcOrd="0" destOrd="0" presId="urn:microsoft.com/office/officeart/2005/8/layout/cycle3"/>
    <dgm:cxn modelId="{B54AE13F-1A26-4858-AC57-924E59C49047}" type="presParOf" srcId="{7691EB98-CBA8-4835-AB28-FC8BF52D6B1A}" destId="{15380520-12CC-4B15-95EE-889BD2BE3559}" srcOrd="1" destOrd="0" presId="urn:microsoft.com/office/officeart/2005/8/layout/cycle3"/>
    <dgm:cxn modelId="{370FD9F0-E4E5-47FC-93CC-5CEE2B10D8F8}" type="presParOf" srcId="{7691EB98-CBA8-4835-AB28-FC8BF52D6B1A}" destId="{AB53A99C-721F-4419-ABC4-ABC5F6FADEC3}" srcOrd="2" destOrd="0" presId="urn:microsoft.com/office/officeart/2005/8/layout/cycle3"/>
    <dgm:cxn modelId="{8C7A684F-5620-44A5-A23D-57E89D180827}" type="presParOf" srcId="{7691EB98-CBA8-4835-AB28-FC8BF52D6B1A}" destId="{AFA75FF0-6785-4AAC-B95E-4D7635CF769B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08B728-B225-4B1F-91FA-667F8AB4043E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D"/>
        </a:p>
      </dgm:t>
    </dgm:pt>
    <dgm:pt modelId="{717B7137-9F99-4040-B8C8-EC4E52EBC095}">
      <dgm:prSet/>
      <dgm:spPr/>
      <dgm:t>
        <a:bodyPr/>
        <a:lstStyle/>
        <a:p>
          <a:r>
            <a:rPr lang="id-ID"/>
            <a:t>Proses </a:t>
          </a:r>
          <a:r>
            <a:rPr lang="en-US"/>
            <a:t>P</a:t>
          </a:r>
          <a:r>
            <a:rPr lang="id-ID"/>
            <a:t>enilaian </a:t>
          </a:r>
          <a:r>
            <a:rPr lang="en-US"/>
            <a:t>K</a:t>
          </a:r>
          <a:r>
            <a:rPr lang="id-ID"/>
            <a:t>inerja (</a:t>
          </a:r>
          <a:r>
            <a:rPr lang="en-US" i="1"/>
            <a:t>P</a:t>
          </a:r>
          <a:r>
            <a:rPr lang="id-ID" i="1"/>
            <a:t>erformance</a:t>
          </a:r>
          <a:r>
            <a:rPr lang="en-US" i="1"/>
            <a:t> Appraisal</a:t>
          </a:r>
          <a:r>
            <a:rPr lang="id-ID"/>
            <a:t>) </a:t>
          </a:r>
          <a:r>
            <a:rPr lang="en-US"/>
            <a:t>K</a:t>
          </a:r>
          <a:r>
            <a:rPr lang="id-ID"/>
            <a:t>aryawan dalam kurun waktu tertentu</a:t>
          </a:r>
          <a:r>
            <a:rPr lang="en-US"/>
            <a:t>.</a:t>
          </a:r>
          <a:endParaRPr lang="en-ID"/>
        </a:p>
      </dgm:t>
    </dgm:pt>
    <dgm:pt modelId="{B2EBFE7C-82DE-438D-AB21-0CADEEE6444A}" type="parTrans" cxnId="{F48A1DF4-BED7-4FDD-ADA3-2924DDCC886C}">
      <dgm:prSet/>
      <dgm:spPr/>
      <dgm:t>
        <a:bodyPr/>
        <a:lstStyle/>
        <a:p>
          <a:endParaRPr lang="en-ID"/>
        </a:p>
      </dgm:t>
    </dgm:pt>
    <dgm:pt modelId="{317916EF-4F43-4D48-B9A8-201B7D3ECF8E}" type="sibTrans" cxnId="{F48A1DF4-BED7-4FDD-ADA3-2924DDCC886C}">
      <dgm:prSet/>
      <dgm:spPr/>
      <dgm:t>
        <a:bodyPr/>
        <a:lstStyle/>
        <a:p>
          <a:endParaRPr lang="en-ID"/>
        </a:p>
      </dgm:t>
    </dgm:pt>
    <dgm:pt modelId="{ED6056AB-EB22-457B-A5FE-D6D578C43CD8}">
      <dgm:prSet/>
      <dgm:spPr/>
      <dgm:t>
        <a:bodyPr/>
        <a:lstStyle/>
        <a:p>
          <a:r>
            <a:rPr lang="id-ID"/>
            <a:t>Misalnya ; satu tahun</a:t>
          </a:r>
          <a:r>
            <a:rPr lang="en-US"/>
            <a:t> atau </a:t>
          </a:r>
          <a:r>
            <a:rPr lang="id-ID"/>
            <a:t> enam bulan</a:t>
          </a:r>
          <a:endParaRPr lang="en-ID"/>
        </a:p>
      </dgm:t>
    </dgm:pt>
    <dgm:pt modelId="{DA770896-27CC-45C3-95CA-2FD262BC640C}" type="parTrans" cxnId="{750ADF0A-A4D7-4C11-9974-D30E1A00B666}">
      <dgm:prSet/>
      <dgm:spPr/>
      <dgm:t>
        <a:bodyPr/>
        <a:lstStyle/>
        <a:p>
          <a:endParaRPr lang="en-ID"/>
        </a:p>
      </dgm:t>
    </dgm:pt>
    <dgm:pt modelId="{24E17A91-8A6C-4675-9444-BA0FEF68686B}" type="sibTrans" cxnId="{750ADF0A-A4D7-4C11-9974-D30E1A00B666}">
      <dgm:prSet/>
      <dgm:spPr/>
      <dgm:t>
        <a:bodyPr/>
        <a:lstStyle/>
        <a:p>
          <a:endParaRPr lang="en-ID"/>
        </a:p>
      </dgm:t>
    </dgm:pt>
    <dgm:pt modelId="{3531E6C0-8EAA-46A4-89FB-75F90BADEECB}" type="pres">
      <dgm:prSet presAssocID="{3508B728-B225-4B1F-91FA-667F8AB4043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BAB8A24-BB20-4DE1-95A7-11B8CD9BAB3B}" type="pres">
      <dgm:prSet presAssocID="{717B7137-9F99-4040-B8C8-EC4E52EBC095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92D295-457C-42B0-97F2-06289D95287A}" type="pres">
      <dgm:prSet presAssocID="{317916EF-4F43-4D48-B9A8-201B7D3ECF8E}" presName="spacer" presStyleCnt="0"/>
      <dgm:spPr/>
    </dgm:pt>
    <dgm:pt modelId="{2880EA2D-B09F-4D15-8681-9C98B2B7D6FA}" type="pres">
      <dgm:prSet presAssocID="{ED6056AB-EB22-457B-A5FE-D6D578C43CD8}" presName="parentText" presStyleLbl="node1" presStyleIdx="1" presStyleCnt="2" custLinFactY="-1845" custLinFactNeighborX="494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C82851C-CCDA-4446-B63C-8C37EAF16322}" type="presOf" srcId="{ED6056AB-EB22-457B-A5FE-D6D578C43CD8}" destId="{2880EA2D-B09F-4D15-8681-9C98B2B7D6FA}" srcOrd="0" destOrd="0" presId="urn:microsoft.com/office/officeart/2005/8/layout/vList2"/>
    <dgm:cxn modelId="{750ADF0A-A4D7-4C11-9974-D30E1A00B666}" srcId="{3508B728-B225-4B1F-91FA-667F8AB4043E}" destId="{ED6056AB-EB22-457B-A5FE-D6D578C43CD8}" srcOrd="1" destOrd="0" parTransId="{DA770896-27CC-45C3-95CA-2FD262BC640C}" sibTransId="{24E17A91-8A6C-4675-9444-BA0FEF68686B}"/>
    <dgm:cxn modelId="{2F4CF94C-EFA0-402E-B15D-8EEC36BDB761}" type="presOf" srcId="{717B7137-9F99-4040-B8C8-EC4E52EBC095}" destId="{6BAB8A24-BB20-4DE1-95A7-11B8CD9BAB3B}" srcOrd="0" destOrd="0" presId="urn:microsoft.com/office/officeart/2005/8/layout/vList2"/>
    <dgm:cxn modelId="{F48A1DF4-BED7-4FDD-ADA3-2924DDCC886C}" srcId="{3508B728-B225-4B1F-91FA-667F8AB4043E}" destId="{717B7137-9F99-4040-B8C8-EC4E52EBC095}" srcOrd="0" destOrd="0" parTransId="{B2EBFE7C-82DE-438D-AB21-0CADEEE6444A}" sibTransId="{317916EF-4F43-4D48-B9A8-201B7D3ECF8E}"/>
    <dgm:cxn modelId="{354EA6F5-2C65-44FA-8989-EADFC8743A50}" type="presOf" srcId="{3508B728-B225-4B1F-91FA-667F8AB4043E}" destId="{3531E6C0-8EAA-46A4-89FB-75F90BADEECB}" srcOrd="0" destOrd="0" presId="urn:microsoft.com/office/officeart/2005/8/layout/vList2"/>
    <dgm:cxn modelId="{D45766DE-EA8E-4506-8F59-D47ED253DDE3}" type="presParOf" srcId="{3531E6C0-8EAA-46A4-89FB-75F90BADEECB}" destId="{6BAB8A24-BB20-4DE1-95A7-11B8CD9BAB3B}" srcOrd="0" destOrd="0" presId="urn:microsoft.com/office/officeart/2005/8/layout/vList2"/>
    <dgm:cxn modelId="{93E44BF4-805F-4627-8E33-65E848799FCF}" type="presParOf" srcId="{3531E6C0-8EAA-46A4-89FB-75F90BADEECB}" destId="{F792D295-457C-42B0-97F2-06289D95287A}" srcOrd="1" destOrd="0" presId="urn:microsoft.com/office/officeart/2005/8/layout/vList2"/>
    <dgm:cxn modelId="{057846B8-0ECC-4ED3-8520-5B82C6D882D3}" type="presParOf" srcId="{3531E6C0-8EAA-46A4-89FB-75F90BADEECB}" destId="{2880EA2D-B09F-4D15-8681-9C98B2B7D6F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524A431-A609-4CB8-AD8C-585426A8630C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D"/>
        </a:p>
      </dgm:t>
    </dgm:pt>
    <dgm:pt modelId="{D9A8B485-F25B-43F6-8D90-AB721E702E11}">
      <dgm:prSet/>
      <dgm:spPr/>
      <dgm:t>
        <a:bodyPr/>
        <a:lstStyle/>
        <a:p>
          <a:r>
            <a:rPr lang="id-ID" b="1"/>
            <a:t>Penilaian </a:t>
          </a:r>
          <a:r>
            <a:rPr lang="en-US" b="1"/>
            <a:t>Kinerja</a:t>
          </a:r>
          <a:r>
            <a:rPr lang="id-ID" b="1"/>
            <a:t> dilaksanakan secara formal</a:t>
          </a:r>
          <a:endParaRPr lang="en-ID"/>
        </a:p>
      </dgm:t>
    </dgm:pt>
    <dgm:pt modelId="{8633D066-FDEC-4FDF-AC96-C8941D688CEB}" type="parTrans" cxnId="{7A41C6D5-1598-40AC-A8BF-E924D8BFCD25}">
      <dgm:prSet/>
      <dgm:spPr/>
      <dgm:t>
        <a:bodyPr/>
        <a:lstStyle/>
        <a:p>
          <a:endParaRPr lang="en-ID"/>
        </a:p>
      </dgm:t>
    </dgm:pt>
    <dgm:pt modelId="{CD76CFDB-A287-4393-8607-D1D512E31706}" type="sibTrans" cxnId="{7A41C6D5-1598-40AC-A8BF-E924D8BFCD25}">
      <dgm:prSet/>
      <dgm:spPr/>
      <dgm:t>
        <a:bodyPr/>
        <a:lstStyle/>
        <a:p>
          <a:endParaRPr lang="en-ID"/>
        </a:p>
      </dgm:t>
    </dgm:pt>
    <dgm:pt modelId="{1AF5C033-ADFF-461B-B10E-1E6D6D44A521}">
      <dgm:prSet/>
      <dgm:spPr/>
      <dgm:t>
        <a:bodyPr/>
        <a:lstStyle/>
        <a:p>
          <a:r>
            <a:rPr lang="id-ID" b="1"/>
            <a:t>dan menggunakan form </a:t>
          </a:r>
          <a:r>
            <a:rPr lang="en-US" b="1"/>
            <a:t>P</a:t>
          </a:r>
          <a:r>
            <a:rPr lang="id-ID" b="1"/>
            <a:t>enilaian </a:t>
          </a:r>
          <a:r>
            <a:rPr lang="en-US" b="1"/>
            <a:t>Kinerja</a:t>
          </a:r>
          <a:r>
            <a:rPr lang="id-ID" b="1"/>
            <a:t> dan/atau wawancara.</a:t>
          </a:r>
          <a:endParaRPr lang="en-ID"/>
        </a:p>
      </dgm:t>
    </dgm:pt>
    <dgm:pt modelId="{A7743D50-F0CD-490F-B15D-66ED2167694C}" type="parTrans" cxnId="{502B990C-73ED-4981-9FF8-C24054E84440}">
      <dgm:prSet/>
      <dgm:spPr/>
      <dgm:t>
        <a:bodyPr/>
        <a:lstStyle/>
        <a:p>
          <a:endParaRPr lang="en-ID"/>
        </a:p>
      </dgm:t>
    </dgm:pt>
    <dgm:pt modelId="{BFE22D77-E649-42E4-8A71-DAA3684B5B4E}" type="sibTrans" cxnId="{502B990C-73ED-4981-9FF8-C24054E84440}">
      <dgm:prSet/>
      <dgm:spPr/>
      <dgm:t>
        <a:bodyPr/>
        <a:lstStyle/>
        <a:p>
          <a:endParaRPr lang="en-ID"/>
        </a:p>
      </dgm:t>
    </dgm:pt>
    <dgm:pt modelId="{5BDD9923-F112-4FD2-B7F5-B8F5E7BCC20F}" type="pres">
      <dgm:prSet presAssocID="{E524A431-A609-4CB8-AD8C-585426A8630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10F0CF1-A0EE-411F-BD7C-9B43912023F2}" type="pres">
      <dgm:prSet presAssocID="{D9A8B485-F25B-43F6-8D90-AB721E702E11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351EB3-E348-4DA6-8963-FAFF6D28C090}" type="pres">
      <dgm:prSet presAssocID="{CD76CFDB-A287-4393-8607-D1D512E31706}" presName="spacer" presStyleCnt="0"/>
      <dgm:spPr/>
    </dgm:pt>
    <dgm:pt modelId="{9878DC81-BE03-4233-93BD-54E56F8A7FD1}" type="pres">
      <dgm:prSet presAssocID="{1AF5C033-ADFF-461B-B10E-1E6D6D44A521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F6206E-792D-4777-96B5-345B6E73F754}" type="presOf" srcId="{E524A431-A609-4CB8-AD8C-585426A8630C}" destId="{5BDD9923-F112-4FD2-B7F5-B8F5E7BCC20F}" srcOrd="0" destOrd="0" presId="urn:microsoft.com/office/officeart/2005/8/layout/vList2"/>
    <dgm:cxn modelId="{B8ABBDF1-1C27-4724-91F6-F1C8E2007D45}" type="presOf" srcId="{1AF5C033-ADFF-461B-B10E-1E6D6D44A521}" destId="{9878DC81-BE03-4233-93BD-54E56F8A7FD1}" srcOrd="0" destOrd="0" presId="urn:microsoft.com/office/officeart/2005/8/layout/vList2"/>
    <dgm:cxn modelId="{7A41C6D5-1598-40AC-A8BF-E924D8BFCD25}" srcId="{E524A431-A609-4CB8-AD8C-585426A8630C}" destId="{D9A8B485-F25B-43F6-8D90-AB721E702E11}" srcOrd="0" destOrd="0" parTransId="{8633D066-FDEC-4FDF-AC96-C8941D688CEB}" sibTransId="{CD76CFDB-A287-4393-8607-D1D512E31706}"/>
    <dgm:cxn modelId="{502B990C-73ED-4981-9FF8-C24054E84440}" srcId="{E524A431-A609-4CB8-AD8C-585426A8630C}" destId="{1AF5C033-ADFF-461B-B10E-1E6D6D44A521}" srcOrd="1" destOrd="0" parTransId="{A7743D50-F0CD-490F-B15D-66ED2167694C}" sibTransId="{BFE22D77-E649-42E4-8A71-DAA3684B5B4E}"/>
    <dgm:cxn modelId="{990A7182-2B3C-4893-9251-378083355DA7}" type="presOf" srcId="{D9A8B485-F25B-43F6-8D90-AB721E702E11}" destId="{F10F0CF1-A0EE-411F-BD7C-9B43912023F2}" srcOrd="0" destOrd="0" presId="urn:microsoft.com/office/officeart/2005/8/layout/vList2"/>
    <dgm:cxn modelId="{C54C9653-BF92-4720-9D38-DA7C263F8A1B}" type="presParOf" srcId="{5BDD9923-F112-4FD2-B7F5-B8F5E7BCC20F}" destId="{F10F0CF1-A0EE-411F-BD7C-9B43912023F2}" srcOrd="0" destOrd="0" presId="urn:microsoft.com/office/officeart/2005/8/layout/vList2"/>
    <dgm:cxn modelId="{DC0C21B1-1040-4EFF-9BE4-FFF13657CA17}" type="presParOf" srcId="{5BDD9923-F112-4FD2-B7F5-B8F5E7BCC20F}" destId="{BF351EB3-E348-4DA6-8963-FAFF6D28C090}" srcOrd="1" destOrd="0" presId="urn:microsoft.com/office/officeart/2005/8/layout/vList2"/>
    <dgm:cxn modelId="{C5BE3906-AF0F-46A1-81EE-19D66EDFD2DF}" type="presParOf" srcId="{5BDD9923-F112-4FD2-B7F5-B8F5E7BCC20F}" destId="{9878DC81-BE03-4233-93BD-54E56F8A7FD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A5BDB7-0C55-4EC3-B7BA-CCE644FF8AB2}" type="doc">
      <dgm:prSet loTypeId="urn:diagrams.loki3.com/VaryingWidth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D"/>
        </a:p>
      </dgm:t>
    </dgm:pt>
    <dgm:pt modelId="{1E9376E2-B421-4FA2-BA06-B4EC883B243D}">
      <dgm:prSet phldrT="[Text]"/>
      <dgm:spPr/>
      <dgm:t>
        <a:bodyPr/>
        <a:lstStyle/>
        <a:p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1.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Penilaian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kinerja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dilakukan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untuk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memberi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tahu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Karyawan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apa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yang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diharapkan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Pengawas</a:t>
          </a:r>
          <a:endParaRPr lang="en-ID" dirty="0"/>
        </a:p>
      </dgm:t>
    </dgm:pt>
    <dgm:pt modelId="{B216FEAE-5DCA-465F-9134-506C6308CB86}" type="parTrans" cxnId="{EED173C8-D8EA-4343-AE7F-2995811B5C94}">
      <dgm:prSet/>
      <dgm:spPr/>
      <dgm:t>
        <a:bodyPr/>
        <a:lstStyle/>
        <a:p>
          <a:endParaRPr lang="en-ID"/>
        </a:p>
      </dgm:t>
    </dgm:pt>
    <dgm:pt modelId="{196307C0-2A6E-47A0-A2D0-BED2739E7054}" type="sibTrans" cxnId="{EED173C8-D8EA-4343-AE7F-2995811B5C94}">
      <dgm:prSet/>
      <dgm:spPr/>
      <dgm:t>
        <a:bodyPr/>
        <a:lstStyle/>
        <a:p>
          <a:endParaRPr lang="en-ID"/>
        </a:p>
      </dgm:t>
    </dgm:pt>
    <dgm:pt modelId="{D8845976-D8E2-4F0A-8324-8F855002197F}">
      <dgm:prSet phldrT="[Text]"/>
      <dgm:spPr/>
      <dgm:t>
        <a:bodyPr/>
        <a:lstStyle/>
        <a:p>
          <a:pPr>
            <a:buNone/>
          </a:pP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2.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Penilaian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Kinerja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menitik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beratkan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pada proses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pengukuran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sejauh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mana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seorang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atau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sekelompok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orang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dapat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bermanfaat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untuk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mencapai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tujuan</a:t>
          </a:r>
          <a:r>
            <a:rPr lang="en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yang </a:t>
          </a:r>
          <a:r>
            <a:rPr lang="en-ID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ditetapkan</a:t>
          </a:r>
          <a:endParaRPr lang="en-ID" dirty="0"/>
        </a:p>
      </dgm:t>
    </dgm:pt>
    <dgm:pt modelId="{9A37D473-5260-4147-AB69-0EE16A507F0E}" type="parTrans" cxnId="{9366F755-C8AA-4927-BCE3-79B3635A8D14}">
      <dgm:prSet/>
      <dgm:spPr/>
      <dgm:t>
        <a:bodyPr/>
        <a:lstStyle/>
        <a:p>
          <a:endParaRPr lang="en-ID"/>
        </a:p>
      </dgm:t>
    </dgm:pt>
    <dgm:pt modelId="{BCD56DB9-E634-4174-A509-C7BF44FA078C}" type="sibTrans" cxnId="{9366F755-C8AA-4927-BCE3-79B3635A8D14}">
      <dgm:prSet/>
      <dgm:spPr/>
      <dgm:t>
        <a:bodyPr/>
        <a:lstStyle/>
        <a:p>
          <a:endParaRPr lang="en-ID"/>
        </a:p>
      </dgm:t>
    </dgm:pt>
    <dgm:pt modelId="{EC392226-1255-4442-AD6C-F2853B4835A4}" type="pres">
      <dgm:prSet presAssocID="{FEA5BDB7-0C55-4EC3-B7BA-CCE644FF8AB2}" presName="Name0" presStyleCnt="0">
        <dgm:presLayoutVars>
          <dgm:resizeHandles/>
        </dgm:presLayoutVars>
      </dgm:prSet>
      <dgm:spPr/>
      <dgm:t>
        <a:bodyPr/>
        <a:lstStyle/>
        <a:p>
          <a:endParaRPr lang="en-US"/>
        </a:p>
      </dgm:t>
    </dgm:pt>
    <dgm:pt modelId="{B1725340-A5A7-4AE7-B87E-07BD21F59ECD}" type="pres">
      <dgm:prSet presAssocID="{1E9376E2-B421-4FA2-BA06-B4EC883B243D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B60893-49F5-44E3-98D0-B12CB1793071}" type="pres">
      <dgm:prSet presAssocID="{196307C0-2A6E-47A0-A2D0-BED2739E7054}" presName="space" presStyleCnt="0"/>
      <dgm:spPr/>
    </dgm:pt>
    <dgm:pt modelId="{66027A2D-8FA9-4CF3-8868-9BC874FECBE1}" type="pres">
      <dgm:prSet presAssocID="{D8845976-D8E2-4F0A-8324-8F855002197F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78968C0-6DFD-4A8C-B4B3-569AA1C53EC2}" type="presOf" srcId="{1E9376E2-B421-4FA2-BA06-B4EC883B243D}" destId="{B1725340-A5A7-4AE7-B87E-07BD21F59ECD}" srcOrd="0" destOrd="0" presId="urn:diagrams.loki3.com/VaryingWidthList"/>
    <dgm:cxn modelId="{EED173C8-D8EA-4343-AE7F-2995811B5C94}" srcId="{FEA5BDB7-0C55-4EC3-B7BA-CCE644FF8AB2}" destId="{1E9376E2-B421-4FA2-BA06-B4EC883B243D}" srcOrd="0" destOrd="0" parTransId="{B216FEAE-5DCA-465F-9134-506C6308CB86}" sibTransId="{196307C0-2A6E-47A0-A2D0-BED2739E7054}"/>
    <dgm:cxn modelId="{21CE5F19-EC99-4D3E-8220-91F4A94F0394}" type="presOf" srcId="{FEA5BDB7-0C55-4EC3-B7BA-CCE644FF8AB2}" destId="{EC392226-1255-4442-AD6C-F2853B4835A4}" srcOrd="0" destOrd="0" presId="urn:diagrams.loki3.com/VaryingWidthList"/>
    <dgm:cxn modelId="{38A4997F-0A2D-47F1-A8F8-37A5603B7DF7}" type="presOf" srcId="{D8845976-D8E2-4F0A-8324-8F855002197F}" destId="{66027A2D-8FA9-4CF3-8868-9BC874FECBE1}" srcOrd="0" destOrd="0" presId="urn:diagrams.loki3.com/VaryingWidthList"/>
    <dgm:cxn modelId="{9366F755-C8AA-4927-BCE3-79B3635A8D14}" srcId="{FEA5BDB7-0C55-4EC3-B7BA-CCE644FF8AB2}" destId="{D8845976-D8E2-4F0A-8324-8F855002197F}" srcOrd="1" destOrd="0" parTransId="{9A37D473-5260-4147-AB69-0EE16A507F0E}" sibTransId="{BCD56DB9-E634-4174-A509-C7BF44FA078C}"/>
    <dgm:cxn modelId="{C0A92B8E-717B-45FF-B51A-B825254A82B6}" type="presParOf" srcId="{EC392226-1255-4442-AD6C-F2853B4835A4}" destId="{B1725340-A5A7-4AE7-B87E-07BD21F59ECD}" srcOrd="0" destOrd="0" presId="urn:diagrams.loki3.com/VaryingWidthList"/>
    <dgm:cxn modelId="{F225E37A-E89A-4E38-88AE-C67BB9D7E410}" type="presParOf" srcId="{EC392226-1255-4442-AD6C-F2853B4835A4}" destId="{17B60893-49F5-44E3-98D0-B12CB1793071}" srcOrd="1" destOrd="0" presId="urn:diagrams.loki3.com/VaryingWidthList"/>
    <dgm:cxn modelId="{B6F5E346-560B-4016-8691-5328B1408264}" type="presParOf" srcId="{EC392226-1255-4442-AD6C-F2853B4835A4}" destId="{66027A2D-8FA9-4CF3-8868-9BC874FECBE1}" srcOrd="2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D0892A1-E2B0-4F45-ACBF-F3C3CB90C254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D"/>
        </a:p>
      </dgm:t>
    </dgm:pt>
    <dgm:pt modelId="{A2BAECA9-3A06-4D3F-BA00-75062A926EAF}">
      <dgm:prSet phldrT="[Text]"/>
      <dgm:spPr/>
      <dgm:t>
        <a:bodyPr/>
        <a:lstStyle/>
        <a:p>
          <a:r>
            <a: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TUJUAN PENILAIAN KINERJA KARYAWAN</a:t>
          </a:r>
          <a:endParaRPr lang="en-ID" dirty="0"/>
        </a:p>
      </dgm:t>
    </dgm:pt>
    <dgm:pt modelId="{CFCD7440-621D-4575-BB90-1655237FE476}" type="parTrans" cxnId="{BC6839B4-7BAB-408D-AA06-19B15C943060}">
      <dgm:prSet/>
      <dgm:spPr/>
      <dgm:t>
        <a:bodyPr/>
        <a:lstStyle/>
        <a:p>
          <a:endParaRPr lang="en-ID"/>
        </a:p>
      </dgm:t>
    </dgm:pt>
    <dgm:pt modelId="{4FFA476D-C241-42F4-AEA1-CF7D721693D4}" type="sibTrans" cxnId="{BC6839B4-7BAB-408D-AA06-19B15C943060}">
      <dgm:prSet/>
      <dgm:spPr/>
      <dgm:t>
        <a:bodyPr/>
        <a:lstStyle/>
        <a:p>
          <a:endParaRPr lang="en-ID"/>
        </a:p>
      </dgm:t>
    </dgm:pt>
    <dgm:pt modelId="{30C9EFCF-B81B-4271-91F0-CF0B5C235182}">
      <dgm:prSet phldrT="[Text]" custT="1"/>
      <dgm:spPr/>
      <dgm:t>
        <a:bodyPr/>
        <a:lstStyle/>
        <a:p>
          <a:pPr algn="just"/>
          <a:r>
            <a:rPr lang="en-US" altLang="en-US" sz="1400" dirty="0">
              <a:latin typeface="Arial" panose="020B0604020202020204" pitchFamily="34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Informasi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untuk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  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Penetapan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Imbalan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/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gaji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Promosi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Jabatan</a:t>
          </a:r>
          <a:endParaRPr lang="en-ID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4C4F0B-6E43-499D-A3FC-9F74A7614B97}" type="parTrans" cxnId="{BB26EE0D-85AF-4DFF-80FE-C849B46EF9AE}">
      <dgm:prSet/>
      <dgm:spPr/>
      <dgm:t>
        <a:bodyPr/>
        <a:lstStyle/>
        <a:p>
          <a:endParaRPr lang="en-ID"/>
        </a:p>
      </dgm:t>
    </dgm:pt>
    <dgm:pt modelId="{E1D7EDD5-6736-4DE9-9879-36BCBB16D79E}" type="sibTrans" cxnId="{BB26EE0D-85AF-4DFF-80FE-C849B46EF9AE}">
      <dgm:prSet/>
      <dgm:spPr/>
      <dgm:t>
        <a:bodyPr/>
        <a:lstStyle/>
        <a:p>
          <a:endParaRPr lang="en-ID"/>
        </a:p>
      </dgm:t>
    </dgm:pt>
    <dgm:pt modelId="{127A688A-E429-43AB-A3FD-81EF8E8E12C8}">
      <dgm:prSet phldrT="[Text]" custT="1"/>
      <dgm:spPr/>
      <dgm:t>
        <a:bodyPr/>
        <a:lstStyle/>
        <a:p>
          <a:r>
            <a:rPr lang="en-US" altLang="en-US" sz="2000" dirty="0" err="1">
              <a:latin typeface="Arial" panose="020B0604020202020204" pitchFamily="34" charset="0"/>
            </a:rPr>
            <a:t>Melihat</a:t>
          </a:r>
          <a:r>
            <a:rPr lang="en-US" altLang="en-US" sz="2000" dirty="0">
              <a:latin typeface="Arial" panose="020B0604020202020204" pitchFamily="34" charset="0"/>
            </a:rPr>
            <a:t> </a:t>
          </a:r>
          <a:r>
            <a:rPr lang="en-US" altLang="en-US" sz="2000" dirty="0" err="1">
              <a:latin typeface="Arial" panose="020B0604020202020204" pitchFamily="34" charset="0"/>
            </a:rPr>
            <a:t>perilaku</a:t>
          </a:r>
          <a:r>
            <a:rPr lang="en-US" altLang="en-US" sz="2000" dirty="0">
              <a:latin typeface="Arial" panose="020B0604020202020204" pitchFamily="34" charset="0"/>
            </a:rPr>
            <a:t> </a:t>
          </a:r>
          <a:r>
            <a:rPr lang="en-US" altLang="en-US" sz="2000" dirty="0" err="1">
              <a:latin typeface="Arial" panose="020B0604020202020204" pitchFamily="34" charset="0"/>
            </a:rPr>
            <a:t>bawahan</a:t>
          </a:r>
          <a:r>
            <a:rPr lang="en-US" altLang="en-US" sz="2000" dirty="0">
              <a:latin typeface="Arial" panose="020B0604020202020204" pitchFamily="34" charset="0"/>
            </a:rPr>
            <a:t> yang </a:t>
          </a:r>
          <a:r>
            <a:rPr lang="en-US" altLang="en-US" sz="2000" dirty="0" err="1">
              <a:latin typeface="Arial" panose="020B0604020202020204" pitchFamily="34" charset="0"/>
            </a:rPr>
            <a:t>berkaitan</a:t>
          </a:r>
          <a:r>
            <a:rPr lang="en-US" altLang="en-US" sz="2000" dirty="0">
              <a:latin typeface="Arial" panose="020B0604020202020204" pitchFamily="34" charset="0"/>
            </a:rPr>
            <a:t> </a:t>
          </a:r>
          <a:r>
            <a:rPr lang="en-US" altLang="en-US" sz="2000" dirty="0" err="1">
              <a:latin typeface="Arial" panose="020B0604020202020204" pitchFamily="34" charset="0"/>
            </a:rPr>
            <a:t>dengan</a:t>
          </a:r>
          <a:r>
            <a:rPr lang="en-US" altLang="en-US" sz="2000" dirty="0">
              <a:latin typeface="Arial" panose="020B0604020202020204" pitchFamily="34" charset="0"/>
            </a:rPr>
            <a:t> </a:t>
          </a:r>
          <a:r>
            <a:rPr lang="en-US" altLang="en-US" sz="2000" dirty="0" err="1">
              <a:latin typeface="Arial" panose="020B0604020202020204" pitchFamily="34" charset="0"/>
            </a:rPr>
            <a:t>kinerjanya</a:t>
          </a:r>
          <a:endParaRPr lang="en-ID" sz="2000" dirty="0"/>
        </a:p>
      </dgm:t>
    </dgm:pt>
    <dgm:pt modelId="{E6D575FA-27A1-4940-873A-C38BC413A555}" type="parTrans" cxnId="{C57655F2-03B9-4045-B445-BA474DEA4445}">
      <dgm:prSet/>
      <dgm:spPr/>
      <dgm:t>
        <a:bodyPr/>
        <a:lstStyle/>
        <a:p>
          <a:endParaRPr lang="en-ID"/>
        </a:p>
      </dgm:t>
    </dgm:pt>
    <dgm:pt modelId="{2CE56DAB-89B6-4206-8ED7-45DCA2890839}" type="sibTrans" cxnId="{C57655F2-03B9-4045-B445-BA474DEA4445}">
      <dgm:prSet/>
      <dgm:spPr/>
      <dgm:t>
        <a:bodyPr/>
        <a:lstStyle/>
        <a:p>
          <a:endParaRPr lang="en-ID"/>
        </a:p>
      </dgm:t>
    </dgm:pt>
    <dgm:pt modelId="{EDB30D2B-9835-41EA-877D-6706DFE19B7C}">
      <dgm:prSet phldrT="[Text]" custT="1"/>
      <dgm:spPr/>
      <dgm:t>
        <a:bodyPr/>
        <a:lstStyle/>
        <a:p>
          <a:pPr>
            <a:buClrTx/>
            <a:buSzTx/>
            <a:buFontTx/>
            <a:buAutoNum type="arabicPeriod"/>
          </a:pP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Menetapkan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rencana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Karir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berdasarkan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kekuatan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kelemahan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D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1DFD68-9332-4C9C-A9C4-A27810420FFB}" type="parTrans" cxnId="{E28A6CB5-A030-4703-9D3F-151FC6C4FB0B}">
      <dgm:prSet/>
      <dgm:spPr/>
      <dgm:t>
        <a:bodyPr/>
        <a:lstStyle/>
        <a:p>
          <a:endParaRPr lang="en-ID"/>
        </a:p>
      </dgm:t>
    </dgm:pt>
    <dgm:pt modelId="{978B5B77-B869-449A-9454-E0CC70607B92}" type="sibTrans" cxnId="{E28A6CB5-A030-4703-9D3F-151FC6C4FB0B}">
      <dgm:prSet/>
      <dgm:spPr/>
      <dgm:t>
        <a:bodyPr/>
        <a:lstStyle/>
        <a:p>
          <a:endParaRPr lang="en-ID"/>
        </a:p>
      </dgm:t>
    </dgm:pt>
    <dgm:pt modelId="{CB02146A-B70F-4463-A2B8-17543F3E8ED6}" type="pres">
      <dgm:prSet presAssocID="{0D0892A1-E2B0-4F45-ACBF-F3C3CB90C254}" presName="Name0" presStyleCnt="0">
        <dgm:presLayoutVars>
          <dgm:chMax val="1"/>
          <dgm:chPref val="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4D4FC206-C014-4F0B-AD81-AF0145357294}" type="pres">
      <dgm:prSet presAssocID="{A2BAECA9-3A06-4D3F-BA00-75062A926EAF}" presName="Parent" presStyleLbl="node1" presStyleIdx="0" presStyleCnt="2">
        <dgm:presLayoutVars>
          <dgm:chMax val="4"/>
          <dgm:chPref val="3"/>
        </dgm:presLayoutVars>
      </dgm:prSet>
      <dgm:spPr/>
      <dgm:t>
        <a:bodyPr/>
        <a:lstStyle/>
        <a:p>
          <a:endParaRPr lang="en-US"/>
        </a:p>
      </dgm:t>
    </dgm:pt>
    <dgm:pt modelId="{8A535FA4-2CF9-4490-A0A7-B0D9BB7DFA33}" type="pres">
      <dgm:prSet presAssocID="{30C9EFCF-B81B-4271-91F0-CF0B5C235182}" presName="Accent" presStyleLbl="node1" presStyleIdx="1" presStyleCnt="2"/>
      <dgm:spPr/>
    </dgm:pt>
    <dgm:pt modelId="{5598E7FF-4EE9-4244-B2B9-74D6D0BF8980}" type="pres">
      <dgm:prSet presAssocID="{30C9EFCF-B81B-4271-91F0-CF0B5C235182}" presName="Image1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BE364123-F818-4847-8FC1-6F4D820D9BAB}" type="pres">
      <dgm:prSet presAssocID="{30C9EFCF-B81B-4271-91F0-CF0B5C235182}" presName="Child1" presStyleLbl="revTx" presStyleIdx="0" presStyleCnt="3" custScaleX="118721" custScaleY="94733" custLinFactNeighborX="6669" custLinFactNeighborY="-473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D057E5-439E-401F-AE8A-F99EBA8846B7}" type="pres">
      <dgm:prSet presAssocID="{127A688A-E429-43AB-A3FD-81EF8E8E12C8}" presName="Image2" presStyleCnt="0"/>
      <dgm:spPr/>
    </dgm:pt>
    <dgm:pt modelId="{03E1C062-CAC9-4329-B22E-24074968A327}" type="pres">
      <dgm:prSet presAssocID="{127A688A-E429-43AB-A3FD-81EF8E8E12C8}" presName="Image" presStyleLbl="fgImgPlace1" presStyleIdx="1" presStyleCnt="3"/>
      <dgm:spPr>
        <a:blipFill>
          <a:blip xmlns:r="http://schemas.openxmlformats.org/officeDocument/2006/relationships"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  <dgm:t>
        <a:bodyPr/>
        <a:lstStyle/>
        <a:p>
          <a:endParaRPr lang="en-US"/>
        </a:p>
      </dgm:t>
    </dgm:pt>
    <dgm:pt modelId="{F06B875F-D603-4BCB-AD20-9249FCEECBD4}" type="pres">
      <dgm:prSet presAssocID="{127A688A-E429-43AB-A3FD-81EF8E8E12C8}" presName="Child2" presStyleLbl="revTx" presStyleIdx="1" presStyleCnt="3" custScaleX="117883" custScaleY="10797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F4A1AF-1DB6-46CA-A81A-B5ADEB099345}" type="pres">
      <dgm:prSet presAssocID="{EDB30D2B-9835-41EA-877D-6706DFE19B7C}" presName="Image3" presStyleCnt="0"/>
      <dgm:spPr/>
    </dgm:pt>
    <dgm:pt modelId="{0D93548A-2C24-49EC-85AA-B78E2AFEBDDC}" type="pres">
      <dgm:prSet presAssocID="{EDB30D2B-9835-41EA-877D-6706DFE19B7C}" presName="Image" presStyleLbl="fgImgPlace1" presStyleIdx="2" presStyleCnt="3"/>
      <dgm:spPr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  <dgm:t>
        <a:bodyPr/>
        <a:lstStyle/>
        <a:p>
          <a:endParaRPr lang="en-US"/>
        </a:p>
      </dgm:t>
    </dgm:pt>
    <dgm:pt modelId="{D2A7A112-17E7-4B5D-9ECF-00B55CAC6D72}" type="pres">
      <dgm:prSet presAssocID="{EDB30D2B-9835-41EA-877D-6706DFE19B7C}" presName="Child3" presStyleLbl="revTx" presStyleIdx="2" presStyleCnt="3" custScaleX="124649" custScaleY="95699" custLinFactNeighborX="963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57655F2-03B9-4045-B445-BA474DEA4445}" srcId="{A2BAECA9-3A06-4D3F-BA00-75062A926EAF}" destId="{127A688A-E429-43AB-A3FD-81EF8E8E12C8}" srcOrd="1" destOrd="0" parTransId="{E6D575FA-27A1-4940-873A-C38BC413A555}" sibTransId="{2CE56DAB-89B6-4206-8ED7-45DCA2890839}"/>
    <dgm:cxn modelId="{88E944FD-6F6E-4C65-B4E0-18A537AA39F5}" type="presOf" srcId="{127A688A-E429-43AB-A3FD-81EF8E8E12C8}" destId="{F06B875F-D603-4BCB-AD20-9249FCEECBD4}" srcOrd="0" destOrd="0" presId="urn:microsoft.com/office/officeart/2011/layout/RadialPictureList"/>
    <dgm:cxn modelId="{5F299C8B-C897-44C8-A13D-FCE55243E463}" type="presOf" srcId="{0D0892A1-E2B0-4F45-ACBF-F3C3CB90C254}" destId="{CB02146A-B70F-4463-A2B8-17543F3E8ED6}" srcOrd="0" destOrd="0" presId="urn:microsoft.com/office/officeart/2011/layout/RadialPictureList"/>
    <dgm:cxn modelId="{BC6839B4-7BAB-408D-AA06-19B15C943060}" srcId="{0D0892A1-E2B0-4F45-ACBF-F3C3CB90C254}" destId="{A2BAECA9-3A06-4D3F-BA00-75062A926EAF}" srcOrd="0" destOrd="0" parTransId="{CFCD7440-621D-4575-BB90-1655237FE476}" sibTransId="{4FFA476D-C241-42F4-AEA1-CF7D721693D4}"/>
    <dgm:cxn modelId="{E0438E70-9260-4FD2-A3C5-DCFD457EDD57}" type="presOf" srcId="{30C9EFCF-B81B-4271-91F0-CF0B5C235182}" destId="{BE364123-F818-4847-8FC1-6F4D820D9BAB}" srcOrd="0" destOrd="0" presId="urn:microsoft.com/office/officeart/2011/layout/RadialPictureList"/>
    <dgm:cxn modelId="{49C08444-8856-49AC-9C56-1BD5845D75B8}" type="presOf" srcId="{EDB30D2B-9835-41EA-877D-6706DFE19B7C}" destId="{D2A7A112-17E7-4B5D-9ECF-00B55CAC6D72}" srcOrd="0" destOrd="0" presId="urn:microsoft.com/office/officeart/2011/layout/RadialPictureList"/>
    <dgm:cxn modelId="{301C5081-5A62-4745-A92D-8B4E4142F230}" type="presOf" srcId="{A2BAECA9-3A06-4D3F-BA00-75062A926EAF}" destId="{4D4FC206-C014-4F0B-AD81-AF0145357294}" srcOrd="0" destOrd="0" presId="urn:microsoft.com/office/officeart/2011/layout/RadialPictureList"/>
    <dgm:cxn modelId="{BB26EE0D-85AF-4DFF-80FE-C849B46EF9AE}" srcId="{A2BAECA9-3A06-4D3F-BA00-75062A926EAF}" destId="{30C9EFCF-B81B-4271-91F0-CF0B5C235182}" srcOrd="0" destOrd="0" parTransId="{7E4C4F0B-6E43-499D-A3FC-9F74A7614B97}" sibTransId="{E1D7EDD5-6736-4DE9-9879-36BCBB16D79E}"/>
    <dgm:cxn modelId="{E28A6CB5-A030-4703-9D3F-151FC6C4FB0B}" srcId="{A2BAECA9-3A06-4D3F-BA00-75062A926EAF}" destId="{EDB30D2B-9835-41EA-877D-6706DFE19B7C}" srcOrd="2" destOrd="0" parTransId="{C81DFD68-9332-4C9C-A9C4-A27810420FFB}" sibTransId="{978B5B77-B869-449A-9454-E0CC70607B92}"/>
    <dgm:cxn modelId="{C18B24AB-BE47-412C-AAC4-03D81BD0767F}" type="presParOf" srcId="{CB02146A-B70F-4463-A2B8-17543F3E8ED6}" destId="{4D4FC206-C014-4F0B-AD81-AF0145357294}" srcOrd="0" destOrd="0" presId="urn:microsoft.com/office/officeart/2011/layout/RadialPictureList"/>
    <dgm:cxn modelId="{1CCE0D39-DAB8-4F4C-A453-B8AA7C39ECBE}" type="presParOf" srcId="{CB02146A-B70F-4463-A2B8-17543F3E8ED6}" destId="{8A535FA4-2CF9-4490-A0A7-B0D9BB7DFA33}" srcOrd="1" destOrd="0" presId="urn:microsoft.com/office/officeart/2011/layout/RadialPictureList"/>
    <dgm:cxn modelId="{1D765627-7E77-4EC1-A21C-85137AEB6E58}" type="presParOf" srcId="{CB02146A-B70F-4463-A2B8-17543F3E8ED6}" destId="{5598E7FF-4EE9-4244-B2B9-74D6D0BF8980}" srcOrd="2" destOrd="0" presId="urn:microsoft.com/office/officeart/2011/layout/RadialPictureList"/>
    <dgm:cxn modelId="{69C141A2-2588-48E4-916E-1FEBEB6BA3D7}" type="presParOf" srcId="{CB02146A-B70F-4463-A2B8-17543F3E8ED6}" destId="{BE364123-F818-4847-8FC1-6F4D820D9BAB}" srcOrd="3" destOrd="0" presId="urn:microsoft.com/office/officeart/2011/layout/RadialPictureList"/>
    <dgm:cxn modelId="{5CB7FC2B-01AB-4D0A-8920-F1F1752F9B5E}" type="presParOf" srcId="{CB02146A-B70F-4463-A2B8-17543F3E8ED6}" destId="{08D057E5-439E-401F-AE8A-F99EBA8846B7}" srcOrd="4" destOrd="0" presId="urn:microsoft.com/office/officeart/2011/layout/RadialPictureList"/>
    <dgm:cxn modelId="{6CAC3445-2B21-4D25-BCA7-2BC1E2D9AA8D}" type="presParOf" srcId="{08D057E5-439E-401F-AE8A-F99EBA8846B7}" destId="{03E1C062-CAC9-4329-B22E-24074968A327}" srcOrd="0" destOrd="0" presId="urn:microsoft.com/office/officeart/2011/layout/RadialPictureList"/>
    <dgm:cxn modelId="{9345307B-3F25-4FE8-BB46-853AB75F300D}" type="presParOf" srcId="{CB02146A-B70F-4463-A2B8-17543F3E8ED6}" destId="{F06B875F-D603-4BCB-AD20-9249FCEECBD4}" srcOrd="5" destOrd="0" presId="urn:microsoft.com/office/officeart/2011/layout/RadialPictureList"/>
    <dgm:cxn modelId="{39B79BC6-8DDA-4B02-BB4D-EF4C8202FDCE}" type="presParOf" srcId="{CB02146A-B70F-4463-A2B8-17543F3E8ED6}" destId="{7BF4A1AF-1DB6-46CA-A81A-B5ADEB099345}" srcOrd="6" destOrd="0" presId="urn:microsoft.com/office/officeart/2011/layout/RadialPictureList"/>
    <dgm:cxn modelId="{3F67BC99-F4B1-4C3F-921F-1339FFC3A230}" type="presParOf" srcId="{7BF4A1AF-1DB6-46CA-A81A-B5ADEB099345}" destId="{0D93548A-2C24-49EC-85AA-B78E2AFEBDDC}" srcOrd="0" destOrd="0" presId="urn:microsoft.com/office/officeart/2011/layout/RadialPictureList"/>
    <dgm:cxn modelId="{5C781027-4C62-4969-AB11-491810E7A581}" type="presParOf" srcId="{CB02146A-B70F-4463-A2B8-17543F3E8ED6}" destId="{D2A7A112-17E7-4B5D-9ECF-00B55CAC6D72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0EBE2A0-5A51-435F-AE25-A55156ABEF49}" type="doc">
      <dgm:prSet loTypeId="urn:microsoft.com/office/officeart/2005/8/layout/vList5" loCatId="list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D"/>
        </a:p>
      </dgm:t>
    </dgm:pt>
    <dgm:pt modelId="{40C4813B-BA0A-435B-AFC2-57F1195F6501}">
      <dgm:prSet phldrT="[Text]" custT="1"/>
      <dgm:spPr/>
      <dgm:t>
        <a:bodyPr/>
        <a:lstStyle/>
        <a:p>
          <a:r>
            <a:rPr lang="en-US" sz="2800" dirty="0"/>
            <a:t>1</a:t>
          </a:r>
          <a:endParaRPr lang="en-ID" sz="2800" dirty="0"/>
        </a:p>
      </dgm:t>
    </dgm:pt>
    <dgm:pt modelId="{306DBA18-09B2-47FB-9AF3-B0BA5A23CF1C}" type="parTrans" cxnId="{0EFED18D-CDFD-498A-87F1-1C4E97D9CC27}">
      <dgm:prSet/>
      <dgm:spPr/>
      <dgm:t>
        <a:bodyPr/>
        <a:lstStyle/>
        <a:p>
          <a:endParaRPr lang="en-ID"/>
        </a:p>
      </dgm:t>
    </dgm:pt>
    <dgm:pt modelId="{C08536E0-946E-47D6-A7CD-E4A409401820}" type="sibTrans" cxnId="{0EFED18D-CDFD-498A-87F1-1C4E97D9CC27}">
      <dgm:prSet/>
      <dgm:spPr/>
      <dgm:t>
        <a:bodyPr/>
        <a:lstStyle/>
        <a:p>
          <a:endParaRPr lang="en-ID"/>
        </a:p>
      </dgm:t>
    </dgm:pt>
    <dgm:pt modelId="{717A113D-13BF-4733-A5C9-DF94C4238060}">
      <dgm:prSet phldrT="[Text]" custT="1"/>
      <dgm:spPr/>
      <dgm:t>
        <a:bodyPr/>
        <a:lstStyle/>
        <a:p>
          <a:r>
            <a:rPr lang="en-US" altLang="en-US" sz="2800" dirty="0">
              <a:latin typeface="Arial" panose="020B0604020202020204" pitchFamily="34" charset="0"/>
            </a:rPr>
            <a:t>ATASAN LANGSUNG</a:t>
          </a:r>
          <a:endParaRPr lang="en-ID" sz="2800" dirty="0"/>
        </a:p>
      </dgm:t>
    </dgm:pt>
    <dgm:pt modelId="{A487B45C-951B-498B-A223-1870199BD30D}" type="parTrans" cxnId="{2CE4D339-68B7-4560-A709-ADDA2AF0A245}">
      <dgm:prSet/>
      <dgm:spPr/>
      <dgm:t>
        <a:bodyPr/>
        <a:lstStyle/>
        <a:p>
          <a:endParaRPr lang="en-ID"/>
        </a:p>
      </dgm:t>
    </dgm:pt>
    <dgm:pt modelId="{631138E4-6558-4234-9CBC-8DA1F16351D4}" type="sibTrans" cxnId="{2CE4D339-68B7-4560-A709-ADDA2AF0A245}">
      <dgm:prSet/>
      <dgm:spPr/>
      <dgm:t>
        <a:bodyPr/>
        <a:lstStyle/>
        <a:p>
          <a:endParaRPr lang="en-ID"/>
        </a:p>
      </dgm:t>
    </dgm:pt>
    <dgm:pt modelId="{AB3E7DAC-7E4C-41B1-B5CA-5C080A160FA5}">
      <dgm:prSet phldrT="[Text]" custT="1"/>
      <dgm:spPr/>
      <dgm:t>
        <a:bodyPr/>
        <a:lstStyle/>
        <a:p>
          <a:r>
            <a:rPr lang="en-US" sz="2800" dirty="0"/>
            <a:t>2</a:t>
          </a:r>
          <a:endParaRPr lang="en-ID" sz="2800" dirty="0"/>
        </a:p>
      </dgm:t>
    </dgm:pt>
    <dgm:pt modelId="{A90AD32A-DDE1-475F-907B-F1B0C81264A5}" type="parTrans" cxnId="{2143959C-1686-4B02-8B9E-77A659140F2E}">
      <dgm:prSet/>
      <dgm:spPr/>
      <dgm:t>
        <a:bodyPr/>
        <a:lstStyle/>
        <a:p>
          <a:endParaRPr lang="en-ID"/>
        </a:p>
      </dgm:t>
    </dgm:pt>
    <dgm:pt modelId="{2CADA99B-5073-4C68-A204-7FD4B403F334}" type="sibTrans" cxnId="{2143959C-1686-4B02-8B9E-77A659140F2E}">
      <dgm:prSet/>
      <dgm:spPr/>
      <dgm:t>
        <a:bodyPr/>
        <a:lstStyle/>
        <a:p>
          <a:endParaRPr lang="en-ID"/>
        </a:p>
      </dgm:t>
    </dgm:pt>
    <dgm:pt modelId="{1A843A1C-098A-4C63-9146-2B06827BFF0C}">
      <dgm:prSet phldrT="[Text]" custT="1"/>
      <dgm:spPr/>
      <dgm:t>
        <a:bodyPr/>
        <a:lstStyle/>
        <a:p>
          <a:r>
            <a:rPr lang="en-US" altLang="en-US" sz="2800" dirty="0">
              <a:latin typeface="Arial" panose="020B0604020202020204" pitchFamily="34" charset="0"/>
            </a:rPr>
            <a:t>REKAN KERJA</a:t>
          </a:r>
          <a:endParaRPr lang="en-ID" sz="2800" dirty="0"/>
        </a:p>
      </dgm:t>
    </dgm:pt>
    <dgm:pt modelId="{C2F3E5F5-43CC-4D35-B1AC-B5FE426E8957}" type="parTrans" cxnId="{432AB22A-24B6-4649-83FC-E7A022133B1D}">
      <dgm:prSet/>
      <dgm:spPr/>
      <dgm:t>
        <a:bodyPr/>
        <a:lstStyle/>
        <a:p>
          <a:endParaRPr lang="en-ID"/>
        </a:p>
      </dgm:t>
    </dgm:pt>
    <dgm:pt modelId="{40C168F9-7246-4489-8D44-0CE0B122EE97}" type="sibTrans" cxnId="{432AB22A-24B6-4649-83FC-E7A022133B1D}">
      <dgm:prSet/>
      <dgm:spPr/>
      <dgm:t>
        <a:bodyPr/>
        <a:lstStyle/>
        <a:p>
          <a:endParaRPr lang="en-ID"/>
        </a:p>
      </dgm:t>
    </dgm:pt>
    <dgm:pt modelId="{1A6E71EE-752D-4A6D-B68F-01795BAFE85E}">
      <dgm:prSet phldrT="[Text]" custT="1"/>
      <dgm:spPr/>
      <dgm:t>
        <a:bodyPr/>
        <a:lstStyle/>
        <a:p>
          <a:r>
            <a:rPr lang="en-US" sz="2800" dirty="0"/>
            <a:t>3</a:t>
          </a:r>
          <a:endParaRPr lang="en-ID" sz="2800" dirty="0"/>
        </a:p>
      </dgm:t>
    </dgm:pt>
    <dgm:pt modelId="{8B11F86D-9E22-4E7C-BF4A-A29C7EA20A9B}" type="parTrans" cxnId="{8A8248CE-2EAF-4C5B-9AB0-14EAA5E80C8D}">
      <dgm:prSet/>
      <dgm:spPr/>
      <dgm:t>
        <a:bodyPr/>
        <a:lstStyle/>
        <a:p>
          <a:endParaRPr lang="en-ID"/>
        </a:p>
      </dgm:t>
    </dgm:pt>
    <dgm:pt modelId="{96B4E580-6CB6-4743-ADDF-FE9C9BA0F8CB}" type="sibTrans" cxnId="{8A8248CE-2EAF-4C5B-9AB0-14EAA5E80C8D}">
      <dgm:prSet/>
      <dgm:spPr/>
      <dgm:t>
        <a:bodyPr/>
        <a:lstStyle/>
        <a:p>
          <a:endParaRPr lang="en-ID"/>
        </a:p>
      </dgm:t>
    </dgm:pt>
    <dgm:pt modelId="{C065014B-9187-4139-B419-F81274044CA8}">
      <dgm:prSet phldrT="[Text]" custT="1"/>
      <dgm:spPr/>
      <dgm:t>
        <a:bodyPr/>
        <a:lstStyle/>
        <a:p>
          <a:r>
            <a:rPr lang="en-US" altLang="en-US" sz="2800" dirty="0">
              <a:latin typeface="Arial" panose="020B0604020202020204" pitchFamily="34" charset="0"/>
            </a:rPr>
            <a:t>KOMITE PENILAIAN</a:t>
          </a:r>
          <a:endParaRPr lang="en-ID" sz="2800" dirty="0"/>
        </a:p>
      </dgm:t>
    </dgm:pt>
    <dgm:pt modelId="{09FBC3A1-4C40-4426-ACD2-459B16EBCF35}" type="parTrans" cxnId="{7876ED35-1D6D-4F9D-93AB-E46A49F12C69}">
      <dgm:prSet/>
      <dgm:spPr/>
      <dgm:t>
        <a:bodyPr/>
        <a:lstStyle/>
        <a:p>
          <a:endParaRPr lang="en-ID"/>
        </a:p>
      </dgm:t>
    </dgm:pt>
    <dgm:pt modelId="{DD9E13AD-3082-48B7-B51E-1A826E35AB17}" type="sibTrans" cxnId="{7876ED35-1D6D-4F9D-93AB-E46A49F12C69}">
      <dgm:prSet/>
      <dgm:spPr/>
      <dgm:t>
        <a:bodyPr/>
        <a:lstStyle/>
        <a:p>
          <a:endParaRPr lang="en-ID"/>
        </a:p>
      </dgm:t>
    </dgm:pt>
    <dgm:pt modelId="{9763FDE5-5FFD-452B-894C-77E50A91C084}">
      <dgm:prSet phldrT="[Text]" custT="1"/>
      <dgm:spPr/>
      <dgm:t>
        <a:bodyPr/>
        <a:lstStyle/>
        <a:p>
          <a:r>
            <a:rPr lang="en-US" sz="2800" dirty="0"/>
            <a:t>4</a:t>
          </a:r>
          <a:endParaRPr lang="en-ID" sz="2800" dirty="0"/>
        </a:p>
      </dgm:t>
    </dgm:pt>
    <dgm:pt modelId="{9284FAAF-48BA-449E-86E2-AC0CE0120F14}" type="parTrans" cxnId="{9B9ACA25-0B59-4A90-9A51-7A6FAFEF8A26}">
      <dgm:prSet/>
      <dgm:spPr/>
      <dgm:t>
        <a:bodyPr/>
        <a:lstStyle/>
        <a:p>
          <a:endParaRPr lang="en-ID"/>
        </a:p>
      </dgm:t>
    </dgm:pt>
    <dgm:pt modelId="{2AD693EA-AF22-4D3A-ACBD-B240743671BA}" type="sibTrans" cxnId="{9B9ACA25-0B59-4A90-9A51-7A6FAFEF8A26}">
      <dgm:prSet/>
      <dgm:spPr/>
      <dgm:t>
        <a:bodyPr/>
        <a:lstStyle/>
        <a:p>
          <a:endParaRPr lang="en-ID"/>
        </a:p>
      </dgm:t>
    </dgm:pt>
    <dgm:pt modelId="{B59358EF-EFCA-468B-9F40-5DFC1AFBAD62}">
      <dgm:prSet phldrT="[Text]" custT="1"/>
      <dgm:spPr/>
      <dgm:t>
        <a:bodyPr/>
        <a:lstStyle/>
        <a:p>
          <a:r>
            <a:rPr lang="en-US" altLang="en-US" sz="2800" dirty="0">
              <a:latin typeface="Arial" panose="020B0604020202020204" pitchFamily="34" charset="0"/>
            </a:rPr>
            <a:t>PENILAIAN DIRI SENDIRI</a:t>
          </a:r>
          <a:endParaRPr lang="en-ID" sz="2800" dirty="0"/>
        </a:p>
      </dgm:t>
    </dgm:pt>
    <dgm:pt modelId="{C3341127-F081-43CD-9684-1099C11380A5}" type="parTrans" cxnId="{1784EEB8-5539-4F0B-A226-F3722CFE2658}">
      <dgm:prSet/>
      <dgm:spPr/>
      <dgm:t>
        <a:bodyPr/>
        <a:lstStyle/>
        <a:p>
          <a:endParaRPr lang="en-ID"/>
        </a:p>
      </dgm:t>
    </dgm:pt>
    <dgm:pt modelId="{227292B3-45AE-4738-8A75-8053DC9D8B96}" type="sibTrans" cxnId="{1784EEB8-5539-4F0B-A226-F3722CFE2658}">
      <dgm:prSet/>
      <dgm:spPr/>
      <dgm:t>
        <a:bodyPr/>
        <a:lstStyle/>
        <a:p>
          <a:endParaRPr lang="en-ID"/>
        </a:p>
      </dgm:t>
    </dgm:pt>
    <dgm:pt modelId="{E63C48E4-F6C9-40E7-9DBC-20031F137493}">
      <dgm:prSet phldrT="[Text]" custT="1"/>
      <dgm:spPr/>
      <dgm:t>
        <a:bodyPr/>
        <a:lstStyle/>
        <a:p>
          <a:r>
            <a:rPr lang="en-US" sz="2800" dirty="0"/>
            <a:t>5</a:t>
          </a:r>
          <a:endParaRPr lang="en-ID" sz="2800" dirty="0"/>
        </a:p>
      </dgm:t>
    </dgm:pt>
    <dgm:pt modelId="{D841ED18-7364-4654-AE88-35A43D84A3F1}" type="parTrans" cxnId="{0E88C69F-E4AC-44E4-8392-DC1E3A5AB334}">
      <dgm:prSet/>
      <dgm:spPr/>
      <dgm:t>
        <a:bodyPr/>
        <a:lstStyle/>
        <a:p>
          <a:endParaRPr lang="en-ID"/>
        </a:p>
      </dgm:t>
    </dgm:pt>
    <dgm:pt modelId="{3B9982A8-6870-4E78-BD00-F55C626E6915}" type="sibTrans" cxnId="{0E88C69F-E4AC-44E4-8392-DC1E3A5AB334}">
      <dgm:prSet/>
      <dgm:spPr/>
      <dgm:t>
        <a:bodyPr/>
        <a:lstStyle/>
        <a:p>
          <a:endParaRPr lang="en-ID"/>
        </a:p>
      </dgm:t>
    </dgm:pt>
    <dgm:pt modelId="{253CAFE0-7C1B-48B6-8430-EF09C04EE49F}">
      <dgm:prSet phldrT="[Text]" custT="1"/>
      <dgm:spPr/>
      <dgm:t>
        <a:bodyPr/>
        <a:lstStyle/>
        <a:p>
          <a:r>
            <a:rPr lang="en-US" altLang="en-US" sz="2800" dirty="0">
              <a:latin typeface="Arial" panose="020B0604020202020204" pitchFamily="34" charset="0"/>
            </a:rPr>
            <a:t>BAWAHAN</a:t>
          </a:r>
          <a:endParaRPr lang="en-ID" sz="2800" dirty="0"/>
        </a:p>
      </dgm:t>
    </dgm:pt>
    <dgm:pt modelId="{148F9A85-55AE-4F37-81C8-B7AC894DBBFA}" type="parTrans" cxnId="{045804F0-D46E-4E0E-947F-A236513F7D64}">
      <dgm:prSet/>
      <dgm:spPr/>
      <dgm:t>
        <a:bodyPr/>
        <a:lstStyle/>
        <a:p>
          <a:endParaRPr lang="en-ID"/>
        </a:p>
      </dgm:t>
    </dgm:pt>
    <dgm:pt modelId="{116D0C14-A62B-4177-AD9D-A86A638E67AB}" type="sibTrans" cxnId="{045804F0-D46E-4E0E-947F-A236513F7D64}">
      <dgm:prSet/>
      <dgm:spPr/>
      <dgm:t>
        <a:bodyPr/>
        <a:lstStyle/>
        <a:p>
          <a:endParaRPr lang="en-ID"/>
        </a:p>
      </dgm:t>
    </dgm:pt>
    <dgm:pt modelId="{92817E0E-482B-4760-8418-46B970C73CC4}">
      <dgm:prSet phldrT="[Text]" custT="1"/>
      <dgm:spPr/>
      <dgm:t>
        <a:bodyPr/>
        <a:lstStyle/>
        <a:p>
          <a:r>
            <a:rPr lang="en-US" sz="2800" dirty="0"/>
            <a:t>6</a:t>
          </a:r>
          <a:endParaRPr lang="en-ID" sz="2800" dirty="0"/>
        </a:p>
      </dgm:t>
    </dgm:pt>
    <dgm:pt modelId="{9F6F8641-9A02-4804-9EA3-F1936FA035EF}" type="parTrans" cxnId="{AE1AB19B-F58D-4542-8B09-9A30D8B93646}">
      <dgm:prSet/>
      <dgm:spPr/>
      <dgm:t>
        <a:bodyPr/>
        <a:lstStyle/>
        <a:p>
          <a:endParaRPr lang="en-ID"/>
        </a:p>
      </dgm:t>
    </dgm:pt>
    <dgm:pt modelId="{CAA6C58C-2958-4C2C-A937-36BB762C4C97}" type="sibTrans" cxnId="{AE1AB19B-F58D-4542-8B09-9A30D8B93646}">
      <dgm:prSet/>
      <dgm:spPr/>
      <dgm:t>
        <a:bodyPr/>
        <a:lstStyle/>
        <a:p>
          <a:endParaRPr lang="en-ID"/>
        </a:p>
      </dgm:t>
    </dgm:pt>
    <dgm:pt modelId="{7810BB4D-261C-4BCC-BC05-B2BA6B6FD5A2}">
      <dgm:prSet phldrT="[Text]" custT="1"/>
      <dgm:spPr/>
      <dgm:t>
        <a:bodyPr/>
        <a:lstStyle/>
        <a:p>
          <a:r>
            <a:rPr lang="en-US" altLang="en-US" sz="2800" dirty="0">
              <a:latin typeface="Arial" panose="020B0604020202020204" pitchFamily="34" charset="0"/>
            </a:rPr>
            <a:t>UMPAN BALIK ‘360 DERAJAT’</a:t>
          </a:r>
          <a:endParaRPr lang="en-ID" sz="2800" dirty="0"/>
        </a:p>
      </dgm:t>
    </dgm:pt>
    <dgm:pt modelId="{7EA80619-73FC-4402-ADB2-957612B87520}" type="parTrans" cxnId="{39653547-D5CE-413C-B837-422E3EA2A575}">
      <dgm:prSet/>
      <dgm:spPr/>
      <dgm:t>
        <a:bodyPr/>
        <a:lstStyle/>
        <a:p>
          <a:endParaRPr lang="en-ID"/>
        </a:p>
      </dgm:t>
    </dgm:pt>
    <dgm:pt modelId="{FAA1DD69-5C15-42FC-8A39-108E79A61334}" type="sibTrans" cxnId="{39653547-D5CE-413C-B837-422E3EA2A575}">
      <dgm:prSet/>
      <dgm:spPr/>
      <dgm:t>
        <a:bodyPr/>
        <a:lstStyle/>
        <a:p>
          <a:endParaRPr lang="en-ID"/>
        </a:p>
      </dgm:t>
    </dgm:pt>
    <dgm:pt modelId="{BD40C44C-8526-4137-8B95-263B9C7A0481}" type="pres">
      <dgm:prSet presAssocID="{30EBE2A0-5A51-435F-AE25-A55156ABEF4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EAF5C9-F16D-4CD6-815E-DED8BB5E72B7}" type="pres">
      <dgm:prSet presAssocID="{40C4813B-BA0A-435B-AFC2-57F1195F6501}" presName="linNode" presStyleCnt="0"/>
      <dgm:spPr/>
    </dgm:pt>
    <dgm:pt modelId="{4EA35479-1A4F-4CD4-97CE-1E4E43BEC860}" type="pres">
      <dgm:prSet presAssocID="{40C4813B-BA0A-435B-AFC2-57F1195F6501}" presName="parentText" presStyleLbl="node1" presStyleIdx="0" presStyleCnt="6" custLinFactNeighborY="305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439E69-A6D5-45C2-9BEE-801761A20240}" type="pres">
      <dgm:prSet presAssocID="{40C4813B-BA0A-435B-AFC2-57F1195F6501}" presName="descendantText" presStyleLbl="align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A4A784-CB02-4016-8460-37848BF7F6EF}" type="pres">
      <dgm:prSet presAssocID="{C08536E0-946E-47D6-A7CD-E4A409401820}" presName="sp" presStyleCnt="0"/>
      <dgm:spPr/>
    </dgm:pt>
    <dgm:pt modelId="{9234A2E1-B302-4BB2-ABCB-FE40ED060F82}" type="pres">
      <dgm:prSet presAssocID="{AB3E7DAC-7E4C-41B1-B5CA-5C080A160FA5}" presName="linNode" presStyleCnt="0"/>
      <dgm:spPr/>
    </dgm:pt>
    <dgm:pt modelId="{B4AFC528-5929-4A4A-AA51-373B95632287}" type="pres">
      <dgm:prSet presAssocID="{AB3E7DAC-7E4C-41B1-B5CA-5C080A160FA5}" presName="parentText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4FBB89-6B7B-47FB-868F-73AA2AE0B598}" type="pres">
      <dgm:prSet presAssocID="{AB3E7DAC-7E4C-41B1-B5CA-5C080A160FA5}" presName="descendantText" presStyleLbl="align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E37610-70B7-4EE8-81E1-B202C49D5ED1}" type="pres">
      <dgm:prSet presAssocID="{2CADA99B-5073-4C68-A204-7FD4B403F334}" presName="sp" presStyleCnt="0"/>
      <dgm:spPr/>
    </dgm:pt>
    <dgm:pt modelId="{E7451EF3-C099-4BC5-AA32-9A3245ADE8EC}" type="pres">
      <dgm:prSet presAssocID="{1A6E71EE-752D-4A6D-B68F-01795BAFE85E}" presName="linNode" presStyleCnt="0"/>
      <dgm:spPr/>
    </dgm:pt>
    <dgm:pt modelId="{8323A7A7-E34B-48BB-BA1F-91483B1307CD}" type="pres">
      <dgm:prSet presAssocID="{1A6E71EE-752D-4A6D-B68F-01795BAFE85E}" presName="parentText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D33E7B-F34A-464B-9CF1-8E081AA7A149}" type="pres">
      <dgm:prSet presAssocID="{1A6E71EE-752D-4A6D-B68F-01795BAFE85E}" presName="descendantText" presStyleLbl="align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46DF8B-7E62-4C84-BFDA-64840F0D8968}" type="pres">
      <dgm:prSet presAssocID="{96B4E580-6CB6-4743-ADDF-FE9C9BA0F8CB}" presName="sp" presStyleCnt="0"/>
      <dgm:spPr/>
    </dgm:pt>
    <dgm:pt modelId="{EC85133B-04AF-4D0C-B8F4-DEB48B0DBDB6}" type="pres">
      <dgm:prSet presAssocID="{9763FDE5-5FFD-452B-894C-77E50A91C084}" presName="linNode" presStyleCnt="0"/>
      <dgm:spPr/>
    </dgm:pt>
    <dgm:pt modelId="{795D49A7-B499-4C03-80E9-C5E7F4AB1C38}" type="pres">
      <dgm:prSet presAssocID="{9763FDE5-5FFD-452B-894C-77E50A91C084}" presName="parentText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96F01D-83B6-4763-8D3B-A2D9A89816FF}" type="pres">
      <dgm:prSet presAssocID="{9763FDE5-5FFD-452B-894C-77E50A91C084}" presName="descendantText" presStyleLbl="align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54EF15-420D-4A99-A434-7E438D1AEB31}" type="pres">
      <dgm:prSet presAssocID="{2AD693EA-AF22-4D3A-ACBD-B240743671BA}" presName="sp" presStyleCnt="0"/>
      <dgm:spPr/>
    </dgm:pt>
    <dgm:pt modelId="{6880E734-7B6F-4492-BB14-007F1E59D804}" type="pres">
      <dgm:prSet presAssocID="{E63C48E4-F6C9-40E7-9DBC-20031F137493}" presName="linNode" presStyleCnt="0"/>
      <dgm:spPr/>
    </dgm:pt>
    <dgm:pt modelId="{94F2B709-6623-4902-82DB-F0BC2890AEB4}" type="pres">
      <dgm:prSet presAssocID="{E63C48E4-F6C9-40E7-9DBC-20031F137493}" presName="parentText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5DF1B5-294C-4AD5-878A-CEEBCBE938AF}" type="pres">
      <dgm:prSet presAssocID="{E63C48E4-F6C9-40E7-9DBC-20031F137493}" presName="descendantText" presStyleLbl="align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E7D07D-2C7F-45E3-A727-B3FC9662E385}" type="pres">
      <dgm:prSet presAssocID="{3B9982A8-6870-4E78-BD00-F55C626E6915}" presName="sp" presStyleCnt="0"/>
      <dgm:spPr/>
    </dgm:pt>
    <dgm:pt modelId="{D2473B37-CFE4-4828-86A5-D13EC360C505}" type="pres">
      <dgm:prSet presAssocID="{92817E0E-482B-4760-8418-46B970C73CC4}" presName="linNode" presStyleCnt="0"/>
      <dgm:spPr/>
    </dgm:pt>
    <dgm:pt modelId="{2828D1EF-D6FA-48CA-AECE-4A5BFF7A3637}" type="pres">
      <dgm:prSet presAssocID="{92817E0E-482B-4760-8418-46B970C73CC4}" presName="parentText" presStyleLbl="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A56B94-E99B-474A-BC3F-53321F566F29}" type="pres">
      <dgm:prSet presAssocID="{92817E0E-482B-4760-8418-46B970C73CC4}" presName="descendantText" presStyleLbl="align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9653547-D5CE-413C-B837-422E3EA2A575}" srcId="{92817E0E-482B-4760-8418-46B970C73CC4}" destId="{7810BB4D-261C-4BCC-BC05-B2BA6B6FD5A2}" srcOrd="0" destOrd="0" parTransId="{7EA80619-73FC-4402-ADB2-957612B87520}" sibTransId="{FAA1DD69-5C15-42FC-8A39-108E79A61334}"/>
    <dgm:cxn modelId="{EAAFA1A9-9C3E-46E3-AAC0-2741EA9A5A4D}" type="presOf" srcId="{253CAFE0-7C1B-48B6-8430-EF09C04EE49F}" destId="{EE5DF1B5-294C-4AD5-878A-CEEBCBE938AF}" srcOrd="0" destOrd="0" presId="urn:microsoft.com/office/officeart/2005/8/layout/vList5"/>
    <dgm:cxn modelId="{B758C954-5750-4E13-970A-53B3BFF5EF24}" type="presOf" srcId="{E63C48E4-F6C9-40E7-9DBC-20031F137493}" destId="{94F2B709-6623-4902-82DB-F0BC2890AEB4}" srcOrd="0" destOrd="0" presId="urn:microsoft.com/office/officeart/2005/8/layout/vList5"/>
    <dgm:cxn modelId="{2143959C-1686-4B02-8B9E-77A659140F2E}" srcId="{30EBE2A0-5A51-435F-AE25-A55156ABEF49}" destId="{AB3E7DAC-7E4C-41B1-B5CA-5C080A160FA5}" srcOrd="1" destOrd="0" parTransId="{A90AD32A-DDE1-475F-907B-F1B0C81264A5}" sibTransId="{2CADA99B-5073-4C68-A204-7FD4B403F334}"/>
    <dgm:cxn modelId="{CF83FEF5-6BAD-43B2-B199-3A59189C158F}" type="presOf" srcId="{1A6E71EE-752D-4A6D-B68F-01795BAFE85E}" destId="{8323A7A7-E34B-48BB-BA1F-91483B1307CD}" srcOrd="0" destOrd="0" presId="urn:microsoft.com/office/officeart/2005/8/layout/vList5"/>
    <dgm:cxn modelId="{0EFED18D-CDFD-498A-87F1-1C4E97D9CC27}" srcId="{30EBE2A0-5A51-435F-AE25-A55156ABEF49}" destId="{40C4813B-BA0A-435B-AFC2-57F1195F6501}" srcOrd="0" destOrd="0" parTransId="{306DBA18-09B2-47FB-9AF3-B0BA5A23CF1C}" sibTransId="{C08536E0-946E-47D6-A7CD-E4A409401820}"/>
    <dgm:cxn modelId="{9B9ACA25-0B59-4A90-9A51-7A6FAFEF8A26}" srcId="{30EBE2A0-5A51-435F-AE25-A55156ABEF49}" destId="{9763FDE5-5FFD-452B-894C-77E50A91C084}" srcOrd="3" destOrd="0" parTransId="{9284FAAF-48BA-449E-86E2-AC0CE0120F14}" sibTransId="{2AD693EA-AF22-4D3A-ACBD-B240743671BA}"/>
    <dgm:cxn modelId="{847004EC-7F43-4566-BD11-C1684B06FFF0}" type="presOf" srcId="{7810BB4D-261C-4BCC-BC05-B2BA6B6FD5A2}" destId="{E6A56B94-E99B-474A-BC3F-53321F566F29}" srcOrd="0" destOrd="0" presId="urn:microsoft.com/office/officeart/2005/8/layout/vList5"/>
    <dgm:cxn modelId="{8A053A9F-DA37-4D23-BCB1-4B2D3827AEF3}" type="presOf" srcId="{92817E0E-482B-4760-8418-46B970C73CC4}" destId="{2828D1EF-D6FA-48CA-AECE-4A5BFF7A3637}" srcOrd="0" destOrd="0" presId="urn:microsoft.com/office/officeart/2005/8/layout/vList5"/>
    <dgm:cxn modelId="{432AB22A-24B6-4649-83FC-E7A022133B1D}" srcId="{AB3E7DAC-7E4C-41B1-B5CA-5C080A160FA5}" destId="{1A843A1C-098A-4C63-9146-2B06827BFF0C}" srcOrd="0" destOrd="0" parTransId="{C2F3E5F5-43CC-4D35-B1AC-B5FE426E8957}" sibTransId="{40C168F9-7246-4489-8D44-0CE0B122EE97}"/>
    <dgm:cxn modelId="{045804F0-D46E-4E0E-947F-A236513F7D64}" srcId="{E63C48E4-F6C9-40E7-9DBC-20031F137493}" destId="{253CAFE0-7C1B-48B6-8430-EF09C04EE49F}" srcOrd="0" destOrd="0" parTransId="{148F9A85-55AE-4F37-81C8-B7AC894DBBFA}" sibTransId="{116D0C14-A62B-4177-AD9D-A86A638E67AB}"/>
    <dgm:cxn modelId="{7A7F33C5-87D5-4AAF-9FDF-0C1F317E53A3}" type="presOf" srcId="{C065014B-9187-4139-B419-F81274044CA8}" destId="{DCD33E7B-F34A-464B-9CF1-8E081AA7A149}" srcOrd="0" destOrd="0" presId="urn:microsoft.com/office/officeart/2005/8/layout/vList5"/>
    <dgm:cxn modelId="{AE1AB19B-F58D-4542-8B09-9A30D8B93646}" srcId="{30EBE2A0-5A51-435F-AE25-A55156ABEF49}" destId="{92817E0E-482B-4760-8418-46B970C73CC4}" srcOrd="5" destOrd="0" parTransId="{9F6F8641-9A02-4804-9EA3-F1936FA035EF}" sibTransId="{CAA6C58C-2958-4C2C-A937-36BB762C4C97}"/>
    <dgm:cxn modelId="{8A8248CE-2EAF-4C5B-9AB0-14EAA5E80C8D}" srcId="{30EBE2A0-5A51-435F-AE25-A55156ABEF49}" destId="{1A6E71EE-752D-4A6D-B68F-01795BAFE85E}" srcOrd="2" destOrd="0" parTransId="{8B11F86D-9E22-4E7C-BF4A-A29C7EA20A9B}" sibTransId="{96B4E580-6CB6-4743-ADDF-FE9C9BA0F8CB}"/>
    <dgm:cxn modelId="{2CE4D339-68B7-4560-A709-ADDA2AF0A245}" srcId="{40C4813B-BA0A-435B-AFC2-57F1195F6501}" destId="{717A113D-13BF-4733-A5C9-DF94C4238060}" srcOrd="0" destOrd="0" parTransId="{A487B45C-951B-498B-A223-1870199BD30D}" sibTransId="{631138E4-6558-4234-9CBC-8DA1F16351D4}"/>
    <dgm:cxn modelId="{97702092-8B81-4D63-B169-11F1A45F8D18}" type="presOf" srcId="{B59358EF-EFCA-468B-9F40-5DFC1AFBAD62}" destId="{4796F01D-83B6-4763-8D3B-A2D9A89816FF}" srcOrd="0" destOrd="0" presId="urn:microsoft.com/office/officeart/2005/8/layout/vList5"/>
    <dgm:cxn modelId="{E3E5F485-AE07-4AA6-B9D6-DFA49A8146AA}" type="presOf" srcId="{AB3E7DAC-7E4C-41B1-B5CA-5C080A160FA5}" destId="{B4AFC528-5929-4A4A-AA51-373B95632287}" srcOrd="0" destOrd="0" presId="urn:microsoft.com/office/officeart/2005/8/layout/vList5"/>
    <dgm:cxn modelId="{7876ED35-1D6D-4F9D-93AB-E46A49F12C69}" srcId="{1A6E71EE-752D-4A6D-B68F-01795BAFE85E}" destId="{C065014B-9187-4139-B419-F81274044CA8}" srcOrd="0" destOrd="0" parTransId="{09FBC3A1-4C40-4426-ACD2-459B16EBCF35}" sibTransId="{DD9E13AD-3082-48B7-B51E-1A826E35AB17}"/>
    <dgm:cxn modelId="{2CC19CEA-BBED-4C78-877B-B3D3AC1D065C}" type="presOf" srcId="{9763FDE5-5FFD-452B-894C-77E50A91C084}" destId="{795D49A7-B499-4C03-80E9-C5E7F4AB1C38}" srcOrd="0" destOrd="0" presId="urn:microsoft.com/office/officeart/2005/8/layout/vList5"/>
    <dgm:cxn modelId="{0E88C69F-E4AC-44E4-8392-DC1E3A5AB334}" srcId="{30EBE2A0-5A51-435F-AE25-A55156ABEF49}" destId="{E63C48E4-F6C9-40E7-9DBC-20031F137493}" srcOrd="4" destOrd="0" parTransId="{D841ED18-7364-4654-AE88-35A43D84A3F1}" sibTransId="{3B9982A8-6870-4E78-BD00-F55C626E6915}"/>
    <dgm:cxn modelId="{48B1C6E9-06D6-4891-AB1D-D89D24C8AF4E}" type="presOf" srcId="{1A843A1C-098A-4C63-9146-2B06827BFF0C}" destId="{F74FBB89-6B7B-47FB-868F-73AA2AE0B598}" srcOrd="0" destOrd="0" presId="urn:microsoft.com/office/officeart/2005/8/layout/vList5"/>
    <dgm:cxn modelId="{1784EEB8-5539-4F0B-A226-F3722CFE2658}" srcId="{9763FDE5-5FFD-452B-894C-77E50A91C084}" destId="{B59358EF-EFCA-468B-9F40-5DFC1AFBAD62}" srcOrd="0" destOrd="0" parTransId="{C3341127-F081-43CD-9684-1099C11380A5}" sibTransId="{227292B3-45AE-4738-8A75-8053DC9D8B96}"/>
    <dgm:cxn modelId="{E02F41EF-6CD6-4266-9D6C-A7E01C9E2D08}" type="presOf" srcId="{30EBE2A0-5A51-435F-AE25-A55156ABEF49}" destId="{BD40C44C-8526-4137-8B95-263B9C7A0481}" srcOrd="0" destOrd="0" presId="urn:microsoft.com/office/officeart/2005/8/layout/vList5"/>
    <dgm:cxn modelId="{F6FA5702-5B41-4BA8-A19C-872516F9E1EF}" type="presOf" srcId="{40C4813B-BA0A-435B-AFC2-57F1195F6501}" destId="{4EA35479-1A4F-4CD4-97CE-1E4E43BEC860}" srcOrd="0" destOrd="0" presId="urn:microsoft.com/office/officeart/2005/8/layout/vList5"/>
    <dgm:cxn modelId="{D85A3A02-6C03-415B-A4BF-D0A8A6EBEC36}" type="presOf" srcId="{717A113D-13BF-4733-A5C9-DF94C4238060}" destId="{8B439E69-A6D5-45C2-9BEE-801761A20240}" srcOrd="0" destOrd="0" presId="urn:microsoft.com/office/officeart/2005/8/layout/vList5"/>
    <dgm:cxn modelId="{82B2C607-1F2D-483F-993F-7080379E6B3F}" type="presParOf" srcId="{BD40C44C-8526-4137-8B95-263B9C7A0481}" destId="{79EAF5C9-F16D-4CD6-815E-DED8BB5E72B7}" srcOrd="0" destOrd="0" presId="urn:microsoft.com/office/officeart/2005/8/layout/vList5"/>
    <dgm:cxn modelId="{F9DB9316-5971-4315-849A-5D218F3CED08}" type="presParOf" srcId="{79EAF5C9-F16D-4CD6-815E-DED8BB5E72B7}" destId="{4EA35479-1A4F-4CD4-97CE-1E4E43BEC860}" srcOrd="0" destOrd="0" presId="urn:microsoft.com/office/officeart/2005/8/layout/vList5"/>
    <dgm:cxn modelId="{637F8577-5CDF-4DE8-ADB6-2A120377F25F}" type="presParOf" srcId="{79EAF5C9-F16D-4CD6-815E-DED8BB5E72B7}" destId="{8B439E69-A6D5-45C2-9BEE-801761A20240}" srcOrd="1" destOrd="0" presId="urn:microsoft.com/office/officeart/2005/8/layout/vList5"/>
    <dgm:cxn modelId="{8C7B94F1-3C0D-48CA-81AC-F59D33F5C0CC}" type="presParOf" srcId="{BD40C44C-8526-4137-8B95-263B9C7A0481}" destId="{83A4A784-CB02-4016-8460-37848BF7F6EF}" srcOrd="1" destOrd="0" presId="urn:microsoft.com/office/officeart/2005/8/layout/vList5"/>
    <dgm:cxn modelId="{CA82C0F4-4637-45EE-8E1F-E4EAB902EAB2}" type="presParOf" srcId="{BD40C44C-8526-4137-8B95-263B9C7A0481}" destId="{9234A2E1-B302-4BB2-ABCB-FE40ED060F82}" srcOrd="2" destOrd="0" presId="urn:microsoft.com/office/officeart/2005/8/layout/vList5"/>
    <dgm:cxn modelId="{35DC6E55-9837-4D60-9F5F-166BB5D56933}" type="presParOf" srcId="{9234A2E1-B302-4BB2-ABCB-FE40ED060F82}" destId="{B4AFC528-5929-4A4A-AA51-373B95632287}" srcOrd="0" destOrd="0" presId="urn:microsoft.com/office/officeart/2005/8/layout/vList5"/>
    <dgm:cxn modelId="{7DB6D23F-3063-4A94-80B3-442CA79E1E03}" type="presParOf" srcId="{9234A2E1-B302-4BB2-ABCB-FE40ED060F82}" destId="{F74FBB89-6B7B-47FB-868F-73AA2AE0B598}" srcOrd="1" destOrd="0" presId="urn:microsoft.com/office/officeart/2005/8/layout/vList5"/>
    <dgm:cxn modelId="{FA8886F9-368C-4671-895D-28B99925820B}" type="presParOf" srcId="{BD40C44C-8526-4137-8B95-263B9C7A0481}" destId="{2FE37610-70B7-4EE8-81E1-B202C49D5ED1}" srcOrd="3" destOrd="0" presId="urn:microsoft.com/office/officeart/2005/8/layout/vList5"/>
    <dgm:cxn modelId="{3AA4B872-874D-4D03-ADB2-A7EB08895BB0}" type="presParOf" srcId="{BD40C44C-8526-4137-8B95-263B9C7A0481}" destId="{E7451EF3-C099-4BC5-AA32-9A3245ADE8EC}" srcOrd="4" destOrd="0" presId="urn:microsoft.com/office/officeart/2005/8/layout/vList5"/>
    <dgm:cxn modelId="{5707D105-3CDF-4D62-B7A8-3D0BB0DE9873}" type="presParOf" srcId="{E7451EF3-C099-4BC5-AA32-9A3245ADE8EC}" destId="{8323A7A7-E34B-48BB-BA1F-91483B1307CD}" srcOrd="0" destOrd="0" presId="urn:microsoft.com/office/officeart/2005/8/layout/vList5"/>
    <dgm:cxn modelId="{F3A25636-6AB2-47E4-B14B-409D7EAC5C41}" type="presParOf" srcId="{E7451EF3-C099-4BC5-AA32-9A3245ADE8EC}" destId="{DCD33E7B-F34A-464B-9CF1-8E081AA7A149}" srcOrd="1" destOrd="0" presId="urn:microsoft.com/office/officeart/2005/8/layout/vList5"/>
    <dgm:cxn modelId="{49D13DF8-AB64-48C6-9F99-12D1A9445593}" type="presParOf" srcId="{BD40C44C-8526-4137-8B95-263B9C7A0481}" destId="{7246DF8B-7E62-4C84-BFDA-64840F0D8968}" srcOrd="5" destOrd="0" presId="urn:microsoft.com/office/officeart/2005/8/layout/vList5"/>
    <dgm:cxn modelId="{C6BC277B-2DD6-478E-B835-7A0ABCC35035}" type="presParOf" srcId="{BD40C44C-8526-4137-8B95-263B9C7A0481}" destId="{EC85133B-04AF-4D0C-B8F4-DEB48B0DBDB6}" srcOrd="6" destOrd="0" presId="urn:microsoft.com/office/officeart/2005/8/layout/vList5"/>
    <dgm:cxn modelId="{DB0BBCF8-9FA6-4B0F-BC37-DEA7433413A7}" type="presParOf" srcId="{EC85133B-04AF-4D0C-B8F4-DEB48B0DBDB6}" destId="{795D49A7-B499-4C03-80E9-C5E7F4AB1C38}" srcOrd="0" destOrd="0" presId="urn:microsoft.com/office/officeart/2005/8/layout/vList5"/>
    <dgm:cxn modelId="{9911817C-FD72-44D1-A512-3B9C80E54E39}" type="presParOf" srcId="{EC85133B-04AF-4D0C-B8F4-DEB48B0DBDB6}" destId="{4796F01D-83B6-4763-8D3B-A2D9A89816FF}" srcOrd="1" destOrd="0" presId="urn:microsoft.com/office/officeart/2005/8/layout/vList5"/>
    <dgm:cxn modelId="{A9784E9D-F955-443E-8816-06AE795FA35D}" type="presParOf" srcId="{BD40C44C-8526-4137-8B95-263B9C7A0481}" destId="{D654EF15-420D-4A99-A434-7E438D1AEB31}" srcOrd="7" destOrd="0" presId="urn:microsoft.com/office/officeart/2005/8/layout/vList5"/>
    <dgm:cxn modelId="{991635D8-4BA3-4D5F-904E-C49044A66D11}" type="presParOf" srcId="{BD40C44C-8526-4137-8B95-263B9C7A0481}" destId="{6880E734-7B6F-4492-BB14-007F1E59D804}" srcOrd="8" destOrd="0" presId="urn:microsoft.com/office/officeart/2005/8/layout/vList5"/>
    <dgm:cxn modelId="{AD264130-76EA-4CF7-9A00-76ADF4679995}" type="presParOf" srcId="{6880E734-7B6F-4492-BB14-007F1E59D804}" destId="{94F2B709-6623-4902-82DB-F0BC2890AEB4}" srcOrd="0" destOrd="0" presId="urn:microsoft.com/office/officeart/2005/8/layout/vList5"/>
    <dgm:cxn modelId="{C99A6BBD-7BB3-4003-B6F1-16144F49B814}" type="presParOf" srcId="{6880E734-7B6F-4492-BB14-007F1E59D804}" destId="{EE5DF1B5-294C-4AD5-878A-CEEBCBE938AF}" srcOrd="1" destOrd="0" presId="urn:microsoft.com/office/officeart/2005/8/layout/vList5"/>
    <dgm:cxn modelId="{13DC3FD8-9583-4811-91FD-BC708568262F}" type="presParOf" srcId="{BD40C44C-8526-4137-8B95-263B9C7A0481}" destId="{64E7D07D-2C7F-45E3-A727-B3FC9662E385}" srcOrd="9" destOrd="0" presId="urn:microsoft.com/office/officeart/2005/8/layout/vList5"/>
    <dgm:cxn modelId="{0200B71E-41B4-4EC5-9936-661742E38452}" type="presParOf" srcId="{BD40C44C-8526-4137-8B95-263B9C7A0481}" destId="{D2473B37-CFE4-4828-86A5-D13EC360C505}" srcOrd="10" destOrd="0" presId="urn:microsoft.com/office/officeart/2005/8/layout/vList5"/>
    <dgm:cxn modelId="{2645D218-D5AB-4011-8260-527C54AD780C}" type="presParOf" srcId="{D2473B37-CFE4-4828-86A5-D13EC360C505}" destId="{2828D1EF-D6FA-48CA-AECE-4A5BFF7A3637}" srcOrd="0" destOrd="0" presId="urn:microsoft.com/office/officeart/2005/8/layout/vList5"/>
    <dgm:cxn modelId="{8440BAB8-66F5-41ED-BC4D-43857768412F}" type="presParOf" srcId="{D2473B37-CFE4-4828-86A5-D13EC360C505}" destId="{E6A56B94-E99B-474A-BC3F-53321F566F2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A097CD8-8425-42FC-A91F-80881DF4FC7E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ID"/>
        </a:p>
      </dgm:t>
    </dgm:pt>
    <dgm:pt modelId="{73DDC8C5-A7A6-435E-9371-D308B05BDF79}">
      <dgm:prSet phldrT="[Text]" custT="1"/>
      <dgm:spPr/>
      <dgm:t>
        <a:bodyPr/>
        <a:lstStyle/>
        <a:p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E2271E-E3D0-4543-9A50-24B5C62E0F83}" type="parTrans" cxnId="{2F0FE47A-1028-499F-B844-008FB36ECC7B}">
      <dgm:prSet/>
      <dgm:spPr/>
      <dgm:t>
        <a:bodyPr/>
        <a:lstStyle/>
        <a:p>
          <a:endParaRPr lang="en-ID"/>
        </a:p>
      </dgm:t>
    </dgm:pt>
    <dgm:pt modelId="{F2F40A46-0CEF-49BA-B8A0-3BD97A997E39}" type="sibTrans" cxnId="{2F0FE47A-1028-499F-B844-008FB36ECC7B}">
      <dgm:prSet/>
      <dgm:spPr/>
      <dgm:t>
        <a:bodyPr/>
        <a:lstStyle/>
        <a:p>
          <a:endParaRPr lang="en-ID"/>
        </a:p>
      </dgm:t>
    </dgm:pt>
    <dgm:pt modelId="{1424FBB7-C349-4026-9247-4F05B802FCC4}">
      <dgm:prSet phldrT="[Text]" custT="1"/>
      <dgm:spPr/>
      <dgm:t>
        <a:bodyPr/>
        <a:lstStyle/>
        <a:p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MENDEFINISIKAN PEKERJAAN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BAF4E1-3B05-40E2-9714-4A73BFDEF034}" type="parTrans" cxnId="{BB29B712-DC40-4FFA-83D4-FE14558D5957}">
      <dgm:prSet/>
      <dgm:spPr/>
      <dgm:t>
        <a:bodyPr/>
        <a:lstStyle/>
        <a:p>
          <a:endParaRPr lang="en-ID"/>
        </a:p>
      </dgm:t>
    </dgm:pt>
    <dgm:pt modelId="{AD55EAA6-D1F6-47F8-96F0-F7018A791B87}" type="sibTrans" cxnId="{BB29B712-DC40-4FFA-83D4-FE14558D5957}">
      <dgm:prSet/>
      <dgm:spPr/>
      <dgm:t>
        <a:bodyPr/>
        <a:lstStyle/>
        <a:p>
          <a:endParaRPr lang="en-ID"/>
        </a:p>
      </dgm:t>
    </dgm:pt>
    <dgm:pt modelId="{C7A77157-3BA7-4278-B3FC-E48F7A926A9A}">
      <dgm:prSet phldrT="[Text]" custT="1"/>
      <dgm:spPr/>
      <dgm:t>
        <a:bodyPr/>
        <a:lstStyle/>
        <a:p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Secara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bersama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menentukan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sasaran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 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standar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menyepakatinya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16316F-40A8-46D6-A5C0-D1937D52FD74}" type="parTrans" cxnId="{5C3F83BF-AE10-467C-A273-35F4FE654AAB}">
      <dgm:prSet/>
      <dgm:spPr/>
      <dgm:t>
        <a:bodyPr/>
        <a:lstStyle/>
        <a:p>
          <a:endParaRPr lang="en-ID"/>
        </a:p>
      </dgm:t>
    </dgm:pt>
    <dgm:pt modelId="{07CACB77-1891-4639-9B19-BDC3B17870CF}" type="sibTrans" cxnId="{5C3F83BF-AE10-467C-A273-35F4FE654AAB}">
      <dgm:prSet/>
      <dgm:spPr/>
      <dgm:t>
        <a:bodyPr/>
        <a:lstStyle/>
        <a:p>
          <a:endParaRPr lang="en-ID"/>
        </a:p>
      </dgm:t>
    </dgm:pt>
    <dgm:pt modelId="{794854AB-3633-4C9D-A119-2867799A3A57}">
      <dgm:prSet phldrT="[Text]" custT="1"/>
      <dgm:spPr/>
      <dgm:t>
        <a:bodyPr/>
        <a:lstStyle/>
        <a:p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19DB03-0798-4C19-965F-8F9760D4D9AF}" type="parTrans" cxnId="{27E7E90E-FA3F-4D2F-89C2-0C7C41E5C45D}">
      <dgm:prSet/>
      <dgm:spPr/>
      <dgm:t>
        <a:bodyPr/>
        <a:lstStyle/>
        <a:p>
          <a:endParaRPr lang="en-ID"/>
        </a:p>
      </dgm:t>
    </dgm:pt>
    <dgm:pt modelId="{2FD8F4F1-05F4-462E-B975-FEF1B57A0140}" type="sibTrans" cxnId="{27E7E90E-FA3F-4D2F-89C2-0C7C41E5C45D}">
      <dgm:prSet/>
      <dgm:spPr/>
      <dgm:t>
        <a:bodyPr/>
        <a:lstStyle/>
        <a:p>
          <a:endParaRPr lang="en-ID"/>
        </a:p>
      </dgm:t>
    </dgm:pt>
    <dgm:pt modelId="{4C201163-FC8D-4E2E-B212-1866A2999D69}">
      <dgm:prSet phldrT="[Text]" custT="1"/>
      <dgm:spPr/>
      <dgm:t>
        <a:bodyPr/>
        <a:lstStyle/>
        <a:p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MENILAI KINERJA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BB6631-31D6-42C0-ACC9-CD7CA9011F5C}" type="parTrans" cxnId="{FCCA7A49-3519-497A-84B0-6770E4D6374D}">
      <dgm:prSet/>
      <dgm:spPr/>
      <dgm:t>
        <a:bodyPr/>
        <a:lstStyle/>
        <a:p>
          <a:endParaRPr lang="en-ID"/>
        </a:p>
      </dgm:t>
    </dgm:pt>
    <dgm:pt modelId="{17ECBE9F-BB22-4433-B213-5B2A7F752A74}" type="sibTrans" cxnId="{FCCA7A49-3519-497A-84B0-6770E4D6374D}">
      <dgm:prSet/>
      <dgm:spPr/>
      <dgm:t>
        <a:bodyPr/>
        <a:lstStyle/>
        <a:p>
          <a:endParaRPr lang="en-ID"/>
        </a:p>
      </dgm:t>
    </dgm:pt>
    <dgm:pt modelId="{CAA1D6B0-D74A-453B-B905-4D07E585AA9D}">
      <dgm:prSet phldrT="[Text]" custT="1"/>
      <dgm:spPr/>
      <dgm:t>
        <a:bodyPr/>
        <a:lstStyle/>
        <a:p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Membandingkan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kinerja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aktual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dengan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standar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yang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telah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ditetapkan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0DBDE3-3039-4B8B-8DC6-598A52058EDF}" type="parTrans" cxnId="{56957347-C864-453B-A294-F2CDF0E65415}">
      <dgm:prSet/>
      <dgm:spPr/>
      <dgm:t>
        <a:bodyPr/>
        <a:lstStyle/>
        <a:p>
          <a:endParaRPr lang="en-ID"/>
        </a:p>
      </dgm:t>
    </dgm:pt>
    <dgm:pt modelId="{C82E7075-5EEE-4A0B-978E-C9F55BE43FE7}" type="sibTrans" cxnId="{56957347-C864-453B-A294-F2CDF0E65415}">
      <dgm:prSet/>
      <dgm:spPr/>
      <dgm:t>
        <a:bodyPr/>
        <a:lstStyle/>
        <a:p>
          <a:endParaRPr lang="en-ID"/>
        </a:p>
      </dgm:t>
    </dgm:pt>
    <dgm:pt modelId="{2B11C826-2A43-4303-8080-FC640AF5165A}">
      <dgm:prSet phldrT="[Text]" custT="1"/>
      <dgm:spPr/>
      <dgm:t>
        <a:bodyPr/>
        <a:lstStyle/>
        <a:p>
          <a:r>
            <a:rPr 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F49249-66FB-4AD3-BCD6-5525613146D0}" type="parTrans" cxnId="{FCB91471-C331-4759-A64E-BE18AF952667}">
      <dgm:prSet/>
      <dgm:spPr/>
      <dgm:t>
        <a:bodyPr/>
        <a:lstStyle/>
        <a:p>
          <a:endParaRPr lang="en-ID"/>
        </a:p>
      </dgm:t>
    </dgm:pt>
    <dgm:pt modelId="{77E01E14-9231-4FC1-AD79-E3AF0A5B40A7}" type="sibTrans" cxnId="{FCB91471-C331-4759-A64E-BE18AF952667}">
      <dgm:prSet/>
      <dgm:spPr/>
      <dgm:t>
        <a:bodyPr/>
        <a:lstStyle/>
        <a:p>
          <a:endParaRPr lang="en-ID"/>
        </a:p>
      </dgm:t>
    </dgm:pt>
    <dgm:pt modelId="{273B03D7-5975-4315-8FBF-AC900E91CBF6}">
      <dgm:prSet phldrT="[Text]" custT="1"/>
      <dgm:spPr/>
      <dgm:t>
        <a:bodyPr/>
        <a:lstStyle/>
        <a:p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MENYAMPAIKAN HASIL PENILAIAN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E01315-885F-4855-A37F-9CA6F668A203}" type="parTrans" cxnId="{A93D20FF-94B9-4B5B-9529-8ED057FC6858}">
      <dgm:prSet/>
      <dgm:spPr/>
      <dgm:t>
        <a:bodyPr/>
        <a:lstStyle/>
        <a:p>
          <a:endParaRPr lang="en-ID"/>
        </a:p>
      </dgm:t>
    </dgm:pt>
    <dgm:pt modelId="{AF6F22E9-2926-40BD-A6F3-5EC8B8BE5C15}" type="sibTrans" cxnId="{A93D20FF-94B9-4B5B-9529-8ED057FC6858}">
      <dgm:prSet/>
      <dgm:spPr/>
      <dgm:t>
        <a:bodyPr/>
        <a:lstStyle/>
        <a:p>
          <a:endParaRPr lang="en-ID"/>
        </a:p>
      </dgm:t>
    </dgm:pt>
    <dgm:pt modelId="{E00E373F-E986-4E7D-902C-F547F5AD2DCB}">
      <dgm:prSet phldrT="[Text]" custT="1"/>
      <dgm:spPr/>
      <dgm:t>
        <a:bodyPr/>
        <a:lstStyle/>
        <a:p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Hasil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dibahas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membuat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rencana</a:t>
          </a:r>
          <a:r>
            <a: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Pengembangan</a:t>
          </a:r>
          <a:endParaRPr lang="en-ID" sz="2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A2012A-ECB7-4FD2-BE1E-7B3EBD8003F5}" type="parTrans" cxnId="{18D3D440-BCD0-4E24-A166-968264F45069}">
      <dgm:prSet/>
      <dgm:spPr/>
      <dgm:t>
        <a:bodyPr/>
        <a:lstStyle/>
        <a:p>
          <a:endParaRPr lang="en-ID"/>
        </a:p>
      </dgm:t>
    </dgm:pt>
    <dgm:pt modelId="{06CCD34B-1341-4571-AC7F-8BBA4B449E14}" type="sibTrans" cxnId="{18D3D440-BCD0-4E24-A166-968264F45069}">
      <dgm:prSet/>
      <dgm:spPr/>
      <dgm:t>
        <a:bodyPr/>
        <a:lstStyle/>
        <a:p>
          <a:endParaRPr lang="en-ID"/>
        </a:p>
      </dgm:t>
    </dgm:pt>
    <dgm:pt modelId="{493A2B2A-A01D-45DB-AE80-DC39A0D97539}" type="pres">
      <dgm:prSet presAssocID="{FA097CD8-8425-42FC-A91F-80881DF4FC7E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486AFC22-B9FC-4B4F-A980-44470718911A}" type="pres">
      <dgm:prSet presAssocID="{73DDC8C5-A7A6-435E-9371-D308B05BDF79}" presName="composite" presStyleCnt="0"/>
      <dgm:spPr/>
    </dgm:pt>
    <dgm:pt modelId="{588CFBA6-AB1D-4148-8E6C-B2844C09ED30}" type="pres">
      <dgm:prSet presAssocID="{73DDC8C5-A7A6-435E-9371-D308B05BDF79}" presName="BackAccent" presStyleLbl="bgShp" presStyleIdx="0" presStyleCnt="3"/>
      <dgm:spPr/>
    </dgm:pt>
    <dgm:pt modelId="{CD6ABBD4-36F8-440D-8A00-532AFB039F58}" type="pres">
      <dgm:prSet presAssocID="{73DDC8C5-A7A6-435E-9371-D308B05BDF79}" presName="Accent" presStyleLbl="alignNode1" presStyleIdx="0" presStyleCnt="3"/>
      <dgm:spPr/>
    </dgm:pt>
    <dgm:pt modelId="{656EC801-78B8-4F0F-8A5D-5ADAA24CBBAE}" type="pres">
      <dgm:prSet presAssocID="{73DDC8C5-A7A6-435E-9371-D308B05BDF79}" presName="Child" presStyleLbl="revTx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154F30-4A02-4C43-9EDA-5A75D3A1D8B6}" type="pres">
      <dgm:prSet presAssocID="{73DDC8C5-A7A6-435E-9371-D308B05BDF79}" presName="Parent" presStyleLbl="revTx" presStyleIdx="1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C81556-6B5C-4673-9CBF-84EFE3F291E1}" type="pres">
      <dgm:prSet presAssocID="{F2F40A46-0CEF-49BA-B8A0-3BD97A997E39}" presName="sibTrans" presStyleCnt="0"/>
      <dgm:spPr/>
    </dgm:pt>
    <dgm:pt modelId="{97EF4C4F-D0A3-48CE-A01A-7F886AD7482E}" type="pres">
      <dgm:prSet presAssocID="{794854AB-3633-4C9D-A119-2867799A3A57}" presName="composite" presStyleCnt="0"/>
      <dgm:spPr/>
    </dgm:pt>
    <dgm:pt modelId="{7F15662F-D357-455B-92E2-F56CD2A9E5CE}" type="pres">
      <dgm:prSet presAssocID="{794854AB-3633-4C9D-A119-2867799A3A57}" presName="BackAccent" presStyleLbl="bgShp" presStyleIdx="1" presStyleCnt="3"/>
      <dgm:spPr/>
    </dgm:pt>
    <dgm:pt modelId="{E237EB79-DBCE-48E6-B5EE-0C2012A241F9}" type="pres">
      <dgm:prSet presAssocID="{794854AB-3633-4C9D-A119-2867799A3A57}" presName="Accent" presStyleLbl="alignNode1" presStyleIdx="1" presStyleCnt="3"/>
      <dgm:spPr/>
    </dgm:pt>
    <dgm:pt modelId="{335BAF94-55F0-4D21-B01A-19186DC67E43}" type="pres">
      <dgm:prSet presAssocID="{794854AB-3633-4C9D-A119-2867799A3A57}" presName="Child" presStyleLbl="revTx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E4774D-9B4C-4EAC-B495-24AFFAEFAEAD}" type="pres">
      <dgm:prSet presAssocID="{794854AB-3633-4C9D-A119-2867799A3A57}" presName="Parent" presStyleLbl="revTx" presStyleIdx="3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324D25-95F3-46ED-AB56-11768A24DF00}" type="pres">
      <dgm:prSet presAssocID="{2FD8F4F1-05F4-462E-B975-FEF1B57A0140}" presName="sibTrans" presStyleCnt="0"/>
      <dgm:spPr/>
    </dgm:pt>
    <dgm:pt modelId="{DC8A3F53-F581-4D2A-8BDC-5732D53B6111}" type="pres">
      <dgm:prSet presAssocID="{2B11C826-2A43-4303-8080-FC640AF5165A}" presName="composite" presStyleCnt="0"/>
      <dgm:spPr/>
    </dgm:pt>
    <dgm:pt modelId="{9420ED04-36BD-4AC9-9613-66EF18639BE6}" type="pres">
      <dgm:prSet presAssocID="{2B11C826-2A43-4303-8080-FC640AF5165A}" presName="BackAccent" presStyleLbl="bgShp" presStyleIdx="2" presStyleCnt="3"/>
      <dgm:spPr/>
    </dgm:pt>
    <dgm:pt modelId="{FBD4D279-8D95-4FE1-B5D0-149EF91437EA}" type="pres">
      <dgm:prSet presAssocID="{2B11C826-2A43-4303-8080-FC640AF5165A}" presName="Accent" presStyleLbl="alignNode1" presStyleIdx="2" presStyleCnt="3"/>
      <dgm:spPr/>
    </dgm:pt>
    <dgm:pt modelId="{B700017C-3912-4913-AA38-D565F1918B87}" type="pres">
      <dgm:prSet presAssocID="{2B11C826-2A43-4303-8080-FC640AF5165A}" presName="Child" presStyleLbl="revTx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E4415D-A0F5-4171-9DF5-5BE8069631F0}" type="pres">
      <dgm:prSet presAssocID="{2B11C826-2A43-4303-8080-FC640AF5165A}" presName="Parent" presStyleLbl="revTx" presStyleIdx="5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B91471-C331-4759-A64E-BE18AF952667}" srcId="{FA097CD8-8425-42FC-A91F-80881DF4FC7E}" destId="{2B11C826-2A43-4303-8080-FC640AF5165A}" srcOrd="2" destOrd="0" parTransId="{F5F49249-66FB-4AD3-BCD6-5525613146D0}" sibTransId="{77E01E14-9231-4FC1-AD79-E3AF0A5B40A7}"/>
    <dgm:cxn modelId="{0DBB3542-B404-45C9-B9A9-27A48C5E340F}" type="presOf" srcId="{1424FBB7-C349-4026-9247-4F05B802FCC4}" destId="{656EC801-78B8-4F0F-8A5D-5ADAA24CBBAE}" srcOrd="0" destOrd="0" presId="urn:microsoft.com/office/officeart/2008/layout/IncreasingCircleProcess"/>
    <dgm:cxn modelId="{5C3F83BF-AE10-467C-A273-35F4FE654AAB}" srcId="{73DDC8C5-A7A6-435E-9371-D308B05BDF79}" destId="{C7A77157-3BA7-4278-B3FC-E48F7A926A9A}" srcOrd="1" destOrd="0" parTransId="{2B16316F-40A8-46D6-A5C0-D1937D52FD74}" sibTransId="{07CACB77-1891-4639-9B19-BDC3B17870CF}"/>
    <dgm:cxn modelId="{56957347-C864-453B-A294-F2CDF0E65415}" srcId="{794854AB-3633-4C9D-A119-2867799A3A57}" destId="{CAA1D6B0-D74A-453B-B905-4D07E585AA9D}" srcOrd="1" destOrd="0" parTransId="{2E0DBDE3-3039-4B8B-8DC6-598A52058EDF}" sibTransId="{C82E7075-5EEE-4A0B-978E-C9F55BE43FE7}"/>
    <dgm:cxn modelId="{57C4848D-56B3-4B72-A316-0E0D35696812}" type="presOf" srcId="{FA097CD8-8425-42FC-A91F-80881DF4FC7E}" destId="{493A2B2A-A01D-45DB-AE80-DC39A0D97539}" srcOrd="0" destOrd="0" presId="urn:microsoft.com/office/officeart/2008/layout/IncreasingCircleProcess"/>
    <dgm:cxn modelId="{8B800BF3-BCC0-426E-AA87-FF68DF4AB432}" type="presOf" srcId="{C7A77157-3BA7-4278-B3FC-E48F7A926A9A}" destId="{656EC801-78B8-4F0F-8A5D-5ADAA24CBBAE}" srcOrd="0" destOrd="1" presId="urn:microsoft.com/office/officeart/2008/layout/IncreasingCircleProcess"/>
    <dgm:cxn modelId="{8FA19C63-250F-4CB6-9AF2-A1948F6A51ED}" type="presOf" srcId="{4C201163-FC8D-4E2E-B212-1866A2999D69}" destId="{335BAF94-55F0-4D21-B01A-19186DC67E43}" srcOrd="0" destOrd="0" presId="urn:microsoft.com/office/officeart/2008/layout/IncreasingCircleProcess"/>
    <dgm:cxn modelId="{CBBE9A22-6298-4E30-8859-694E6F67FC5B}" type="presOf" srcId="{2B11C826-2A43-4303-8080-FC640AF5165A}" destId="{D0E4415D-A0F5-4171-9DF5-5BE8069631F0}" srcOrd="0" destOrd="0" presId="urn:microsoft.com/office/officeart/2008/layout/IncreasingCircleProcess"/>
    <dgm:cxn modelId="{94BD7178-D618-43C3-ACB8-3D0E0007AE7E}" type="presOf" srcId="{CAA1D6B0-D74A-453B-B905-4D07E585AA9D}" destId="{335BAF94-55F0-4D21-B01A-19186DC67E43}" srcOrd="0" destOrd="1" presId="urn:microsoft.com/office/officeart/2008/layout/IncreasingCircleProcess"/>
    <dgm:cxn modelId="{260D68B9-C798-4CD1-87FA-897A011312E6}" type="presOf" srcId="{73DDC8C5-A7A6-435E-9371-D308B05BDF79}" destId="{8F154F30-4A02-4C43-9EDA-5A75D3A1D8B6}" srcOrd="0" destOrd="0" presId="urn:microsoft.com/office/officeart/2008/layout/IncreasingCircleProcess"/>
    <dgm:cxn modelId="{A93D20FF-94B9-4B5B-9529-8ED057FC6858}" srcId="{2B11C826-2A43-4303-8080-FC640AF5165A}" destId="{273B03D7-5975-4315-8FBF-AC900E91CBF6}" srcOrd="0" destOrd="0" parTransId="{E9E01315-885F-4855-A37F-9CA6F668A203}" sibTransId="{AF6F22E9-2926-40BD-A6F3-5EC8B8BE5C15}"/>
    <dgm:cxn modelId="{27E7E90E-FA3F-4D2F-89C2-0C7C41E5C45D}" srcId="{FA097CD8-8425-42FC-A91F-80881DF4FC7E}" destId="{794854AB-3633-4C9D-A119-2867799A3A57}" srcOrd="1" destOrd="0" parTransId="{F619DB03-0798-4C19-965F-8F9760D4D9AF}" sibTransId="{2FD8F4F1-05F4-462E-B975-FEF1B57A0140}"/>
    <dgm:cxn modelId="{18D3D440-BCD0-4E24-A166-968264F45069}" srcId="{2B11C826-2A43-4303-8080-FC640AF5165A}" destId="{E00E373F-E986-4E7D-902C-F547F5AD2DCB}" srcOrd="1" destOrd="0" parTransId="{C4A2012A-ECB7-4FD2-BE1E-7B3EBD8003F5}" sibTransId="{06CCD34B-1341-4571-AC7F-8BBA4B449E14}"/>
    <dgm:cxn modelId="{B45D3F6E-F862-4CEF-A032-95CF03510605}" type="presOf" srcId="{273B03D7-5975-4315-8FBF-AC900E91CBF6}" destId="{B700017C-3912-4913-AA38-D565F1918B87}" srcOrd="0" destOrd="0" presId="urn:microsoft.com/office/officeart/2008/layout/IncreasingCircleProcess"/>
    <dgm:cxn modelId="{2F0FE47A-1028-499F-B844-008FB36ECC7B}" srcId="{FA097CD8-8425-42FC-A91F-80881DF4FC7E}" destId="{73DDC8C5-A7A6-435E-9371-D308B05BDF79}" srcOrd="0" destOrd="0" parTransId="{05E2271E-E3D0-4543-9A50-24B5C62E0F83}" sibTransId="{F2F40A46-0CEF-49BA-B8A0-3BD97A997E39}"/>
    <dgm:cxn modelId="{BB29B712-DC40-4FFA-83D4-FE14558D5957}" srcId="{73DDC8C5-A7A6-435E-9371-D308B05BDF79}" destId="{1424FBB7-C349-4026-9247-4F05B802FCC4}" srcOrd="0" destOrd="0" parTransId="{EBBAF4E1-3B05-40E2-9714-4A73BFDEF034}" sibTransId="{AD55EAA6-D1F6-47F8-96F0-F7018A791B87}"/>
    <dgm:cxn modelId="{B3CC1D9B-1044-477F-A036-14882BEB0B92}" type="presOf" srcId="{794854AB-3633-4C9D-A119-2867799A3A57}" destId="{96E4774D-9B4C-4EAC-B495-24AFFAEFAEAD}" srcOrd="0" destOrd="0" presId="urn:microsoft.com/office/officeart/2008/layout/IncreasingCircleProcess"/>
    <dgm:cxn modelId="{EBA24F61-43EE-4CF2-A247-AF399F8C18FA}" type="presOf" srcId="{E00E373F-E986-4E7D-902C-F547F5AD2DCB}" destId="{B700017C-3912-4913-AA38-D565F1918B87}" srcOrd="0" destOrd="1" presId="urn:microsoft.com/office/officeart/2008/layout/IncreasingCircleProcess"/>
    <dgm:cxn modelId="{FCCA7A49-3519-497A-84B0-6770E4D6374D}" srcId="{794854AB-3633-4C9D-A119-2867799A3A57}" destId="{4C201163-FC8D-4E2E-B212-1866A2999D69}" srcOrd="0" destOrd="0" parTransId="{32BB6631-31D6-42C0-ACC9-CD7CA9011F5C}" sibTransId="{17ECBE9F-BB22-4433-B213-5B2A7F752A74}"/>
    <dgm:cxn modelId="{51F58F34-82E0-40F2-AA2A-5E07C025BD73}" type="presParOf" srcId="{493A2B2A-A01D-45DB-AE80-DC39A0D97539}" destId="{486AFC22-B9FC-4B4F-A980-44470718911A}" srcOrd="0" destOrd="0" presId="urn:microsoft.com/office/officeart/2008/layout/IncreasingCircleProcess"/>
    <dgm:cxn modelId="{A43CE796-15E0-4D61-B67D-C3F4EF920374}" type="presParOf" srcId="{486AFC22-B9FC-4B4F-A980-44470718911A}" destId="{588CFBA6-AB1D-4148-8E6C-B2844C09ED30}" srcOrd="0" destOrd="0" presId="urn:microsoft.com/office/officeart/2008/layout/IncreasingCircleProcess"/>
    <dgm:cxn modelId="{38361F30-784A-41DA-B621-43D80CBCB072}" type="presParOf" srcId="{486AFC22-B9FC-4B4F-A980-44470718911A}" destId="{CD6ABBD4-36F8-440D-8A00-532AFB039F58}" srcOrd="1" destOrd="0" presId="urn:microsoft.com/office/officeart/2008/layout/IncreasingCircleProcess"/>
    <dgm:cxn modelId="{3E947878-2394-4FC5-B326-B5D46F8B9665}" type="presParOf" srcId="{486AFC22-B9FC-4B4F-A980-44470718911A}" destId="{656EC801-78B8-4F0F-8A5D-5ADAA24CBBAE}" srcOrd="2" destOrd="0" presId="urn:microsoft.com/office/officeart/2008/layout/IncreasingCircleProcess"/>
    <dgm:cxn modelId="{7F6EEC1F-07A2-4415-A152-462FFA64AF96}" type="presParOf" srcId="{486AFC22-B9FC-4B4F-A980-44470718911A}" destId="{8F154F30-4A02-4C43-9EDA-5A75D3A1D8B6}" srcOrd="3" destOrd="0" presId="urn:microsoft.com/office/officeart/2008/layout/IncreasingCircleProcess"/>
    <dgm:cxn modelId="{CD4F0882-5797-46D4-AFB8-95F666730469}" type="presParOf" srcId="{493A2B2A-A01D-45DB-AE80-DC39A0D97539}" destId="{A2C81556-6B5C-4673-9CBF-84EFE3F291E1}" srcOrd="1" destOrd="0" presId="urn:microsoft.com/office/officeart/2008/layout/IncreasingCircleProcess"/>
    <dgm:cxn modelId="{CA798106-E1F0-41B0-A397-6A950144BD8B}" type="presParOf" srcId="{493A2B2A-A01D-45DB-AE80-DC39A0D97539}" destId="{97EF4C4F-D0A3-48CE-A01A-7F886AD7482E}" srcOrd="2" destOrd="0" presId="urn:microsoft.com/office/officeart/2008/layout/IncreasingCircleProcess"/>
    <dgm:cxn modelId="{9281E69C-E25C-48A3-8CD5-07F5D9A9313D}" type="presParOf" srcId="{97EF4C4F-D0A3-48CE-A01A-7F886AD7482E}" destId="{7F15662F-D357-455B-92E2-F56CD2A9E5CE}" srcOrd="0" destOrd="0" presId="urn:microsoft.com/office/officeart/2008/layout/IncreasingCircleProcess"/>
    <dgm:cxn modelId="{70E416CF-9D4B-44D0-8D14-B54216FC0CC6}" type="presParOf" srcId="{97EF4C4F-D0A3-48CE-A01A-7F886AD7482E}" destId="{E237EB79-DBCE-48E6-B5EE-0C2012A241F9}" srcOrd="1" destOrd="0" presId="urn:microsoft.com/office/officeart/2008/layout/IncreasingCircleProcess"/>
    <dgm:cxn modelId="{5E946A4D-FE9D-41EB-B522-A5B9D256404F}" type="presParOf" srcId="{97EF4C4F-D0A3-48CE-A01A-7F886AD7482E}" destId="{335BAF94-55F0-4D21-B01A-19186DC67E43}" srcOrd="2" destOrd="0" presId="urn:microsoft.com/office/officeart/2008/layout/IncreasingCircleProcess"/>
    <dgm:cxn modelId="{8971EBF2-C9A5-4E83-ADF1-4157329B8672}" type="presParOf" srcId="{97EF4C4F-D0A3-48CE-A01A-7F886AD7482E}" destId="{96E4774D-9B4C-4EAC-B495-24AFFAEFAEAD}" srcOrd="3" destOrd="0" presId="urn:microsoft.com/office/officeart/2008/layout/IncreasingCircleProcess"/>
    <dgm:cxn modelId="{290184F4-BE20-4924-8C70-509DA0AC633F}" type="presParOf" srcId="{493A2B2A-A01D-45DB-AE80-DC39A0D97539}" destId="{54324D25-95F3-46ED-AB56-11768A24DF00}" srcOrd="3" destOrd="0" presId="urn:microsoft.com/office/officeart/2008/layout/IncreasingCircleProcess"/>
    <dgm:cxn modelId="{685C56A1-834D-4F97-A3E2-A19372E4CC8A}" type="presParOf" srcId="{493A2B2A-A01D-45DB-AE80-DC39A0D97539}" destId="{DC8A3F53-F581-4D2A-8BDC-5732D53B6111}" srcOrd="4" destOrd="0" presId="urn:microsoft.com/office/officeart/2008/layout/IncreasingCircleProcess"/>
    <dgm:cxn modelId="{6DCCF0DE-F451-4E2D-AA0E-A12D8DFD4852}" type="presParOf" srcId="{DC8A3F53-F581-4D2A-8BDC-5732D53B6111}" destId="{9420ED04-36BD-4AC9-9613-66EF18639BE6}" srcOrd="0" destOrd="0" presId="urn:microsoft.com/office/officeart/2008/layout/IncreasingCircleProcess"/>
    <dgm:cxn modelId="{DD4F6226-32AB-4961-9966-4109845448D0}" type="presParOf" srcId="{DC8A3F53-F581-4D2A-8BDC-5732D53B6111}" destId="{FBD4D279-8D95-4FE1-B5D0-149EF91437EA}" srcOrd="1" destOrd="0" presId="urn:microsoft.com/office/officeart/2008/layout/IncreasingCircleProcess"/>
    <dgm:cxn modelId="{07F1FD76-8DEC-4371-A5FC-8730FC31CB76}" type="presParOf" srcId="{DC8A3F53-F581-4D2A-8BDC-5732D53B6111}" destId="{B700017C-3912-4913-AA38-D565F1918B87}" srcOrd="2" destOrd="0" presId="urn:microsoft.com/office/officeart/2008/layout/IncreasingCircleProcess"/>
    <dgm:cxn modelId="{D531B026-7FE3-45DC-A2A1-D1C57706EC66}" type="presParOf" srcId="{DC8A3F53-F581-4D2A-8BDC-5732D53B6111}" destId="{D0E4415D-A0F5-4171-9DF5-5BE8069631F0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0114BFC-6446-4187-A58A-FE7C35DA071C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D"/>
        </a:p>
      </dgm:t>
    </dgm:pt>
    <dgm:pt modelId="{36D5375B-CAE3-47CC-A478-6A6DCDDC21A2}">
      <dgm:prSet phldrT="[Text]" custT="1"/>
      <dgm:spPr/>
      <dgm:t>
        <a:bodyPr/>
        <a:lstStyle/>
        <a:p>
          <a:r>
            <a:rPr lang="en-ID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 Bias </a:t>
          </a:r>
          <a:r>
            <a:rPr lang="en-ID" sz="20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</a:t>
          </a:r>
          <a:r>
            <a:rPr lang="en-ID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endParaRPr lang="en-ID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hanya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pada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karakteristik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pribadi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usia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jenis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kelamin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suku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/agama,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kedekatan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dgn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pimpinan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dll</a:t>
          </a:r>
          <a:endParaRPr lang="en-ID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F4B014-9E0D-4773-9FEB-6E7226C103BB}" type="parTrans" cxnId="{BC7B350B-1BFE-4178-B9D5-C5058E81B91E}">
      <dgm:prSet/>
      <dgm:spPr/>
      <dgm:t>
        <a:bodyPr/>
        <a:lstStyle/>
        <a:p>
          <a:endParaRPr lang="en-ID"/>
        </a:p>
      </dgm:t>
    </dgm:pt>
    <dgm:pt modelId="{86623C0B-1055-4098-A943-A86624EC4F24}" type="sibTrans" cxnId="{BC7B350B-1BFE-4178-B9D5-C5058E81B91E}">
      <dgm:prSet/>
      <dgm:spPr/>
      <dgm:t>
        <a:bodyPr/>
        <a:lstStyle/>
        <a:p>
          <a:endParaRPr lang="en-ID"/>
        </a:p>
      </dgm:t>
    </dgm:pt>
    <dgm:pt modelId="{F115C43D-6BFB-4D37-BAAE-9A2E98D9F8D8}">
      <dgm:prSet phldrT="[Text]" custT="1"/>
      <dgm:spPr/>
      <dgm:t>
        <a:bodyPr/>
        <a:lstStyle/>
        <a:p>
          <a:r>
            <a:rPr lang="en-ID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2. Hallo effect </a:t>
          </a:r>
          <a:endParaRPr lang="en-ID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Opini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pribadi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atau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subyektifitas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terhadap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yang di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nilai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.,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karena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performance yang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sesaat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gm:t>
    </dgm:pt>
    <dgm:pt modelId="{7812076E-FB6C-4F22-9193-B19BC2F09FD0}" type="parTrans" cxnId="{6D96A1CE-B3CA-45A8-83B6-EA4570C69A4F}">
      <dgm:prSet/>
      <dgm:spPr/>
      <dgm:t>
        <a:bodyPr/>
        <a:lstStyle/>
        <a:p>
          <a:endParaRPr lang="en-ID"/>
        </a:p>
      </dgm:t>
    </dgm:pt>
    <dgm:pt modelId="{E4A2C4CF-6837-4487-83F5-74279E75094D}" type="sibTrans" cxnId="{6D96A1CE-B3CA-45A8-83B6-EA4570C69A4F}">
      <dgm:prSet/>
      <dgm:spPr/>
      <dgm:t>
        <a:bodyPr/>
        <a:lstStyle/>
        <a:p>
          <a:endParaRPr lang="en-ID"/>
        </a:p>
      </dgm:t>
    </dgm:pt>
    <dgm:pt modelId="{EBEC5512-7EB9-4032-82BD-CB89C98003CF}">
      <dgm:prSet phldrT="[Text]" custT="1"/>
      <dgm:spPr/>
      <dgm:t>
        <a:bodyPr/>
        <a:lstStyle/>
        <a:p>
          <a:r>
            <a:rPr lang="en-ID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3. Central tendency </a:t>
          </a:r>
          <a:endParaRPr lang="en-ID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proses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yg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di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lakukan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secara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komprehensif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hanya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melihat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rata-rata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tingkat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produktifitas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pekerja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gm:t>
    </dgm:pt>
    <dgm:pt modelId="{32A7A90C-1C36-4B33-BAA5-A57DC15F63D9}" type="parTrans" cxnId="{D5BD24CC-0A8E-412C-BE7A-B44D67A22C15}">
      <dgm:prSet/>
      <dgm:spPr/>
      <dgm:t>
        <a:bodyPr/>
        <a:lstStyle/>
        <a:p>
          <a:endParaRPr lang="en-ID"/>
        </a:p>
      </dgm:t>
    </dgm:pt>
    <dgm:pt modelId="{4AFF0EF4-D9E6-487E-99F3-D86797E15E9B}" type="sibTrans" cxnId="{D5BD24CC-0A8E-412C-BE7A-B44D67A22C15}">
      <dgm:prSet/>
      <dgm:spPr/>
      <dgm:t>
        <a:bodyPr/>
        <a:lstStyle/>
        <a:p>
          <a:endParaRPr lang="en-ID"/>
        </a:p>
      </dgm:t>
    </dgm:pt>
    <dgm:pt modelId="{849DF4A7-3714-48BE-A2D1-5C4EDAD2F64B}">
      <dgm:prSet phldrT="[Text]" custT="1"/>
      <dgm:spPr/>
      <dgm:t>
        <a:bodyPr/>
        <a:lstStyle/>
        <a:p>
          <a:r>
            <a:rPr lang="en-ID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4. Leniency (</a:t>
          </a:r>
          <a:r>
            <a:rPr lang="en-ID" sz="20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kelunakan</a:t>
          </a:r>
          <a:r>
            <a:rPr lang="en-ID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) </a:t>
          </a:r>
          <a:endParaRPr lang="en-ID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yang di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berikan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terlalu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lunak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en-ID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murah</a:t>
          </a:r>
          <a:r>
            <a:rPr lang="en-ID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,</a:t>
          </a:r>
          <a:endParaRPr lang="en-ID" sz="2000" dirty="0"/>
        </a:p>
      </dgm:t>
    </dgm:pt>
    <dgm:pt modelId="{75129487-B0A1-42F5-B18A-07651D08F5C6}" type="parTrans" cxnId="{11F30CF9-1130-4A50-A778-6788A787747B}">
      <dgm:prSet/>
      <dgm:spPr/>
      <dgm:t>
        <a:bodyPr/>
        <a:lstStyle/>
        <a:p>
          <a:endParaRPr lang="en-ID"/>
        </a:p>
      </dgm:t>
    </dgm:pt>
    <dgm:pt modelId="{70072A40-7930-4C4D-8062-D3DDAC4D1567}" type="sibTrans" cxnId="{11F30CF9-1130-4A50-A778-6788A787747B}">
      <dgm:prSet/>
      <dgm:spPr/>
      <dgm:t>
        <a:bodyPr/>
        <a:lstStyle/>
        <a:p>
          <a:endParaRPr lang="en-ID"/>
        </a:p>
      </dgm:t>
    </dgm:pt>
    <dgm:pt modelId="{61BD347A-C8DA-469B-B507-C20471E1E886}">
      <dgm:prSet phldrT="[Text]"/>
      <dgm:spPr/>
      <dgm:t>
        <a:bodyPr/>
        <a:lstStyle/>
        <a:p>
          <a:r>
            <a:rPr lang="en-ID" b="1" dirty="0">
              <a:latin typeface="Times New Roman" panose="02020603050405020304" pitchFamily="18" charset="0"/>
              <a:cs typeface="Times New Roman" panose="02020603050405020304" pitchFamily="18" charset="0"/>
            </a:rPr>
            <a:t>5. Strictness (</a:t>
          </a:r>
          <a:r>
            <a:rPr lang="en-ID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keketatan</a:t>
          </a:r>
          <a:r>
            <a:rPr lang="en-ID" b="1" dirty="0">
              <a:latin typeface="Times New Roman" panose="02020603050405020304" pitchFamily="18" charset="0"/>
              <a:cs typeface="Times New Roman" panose="02020603050405020304" pitchFamily="18" charset="0"/>
            </a:rPr>
            <a:t>) </a:t>
          </a:r>
          <a:endParaRPr lang="en-ID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kinerja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dilakukan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secara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ketat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gm:t>
    </dgm:pt>
    <dgm:pt modelId="{5B17A49F-99E5-46A4-9702-69F334ACD737}" type="parTrans" cxnId="{02CC4362-5544-42AE-B284-FDA00A95D2B7}">
      <dgm:prSet/>
      <dgm:spPr/>
      <dgm:t>
        <a:bodyPr/>
        <a:lstStyle/>
        <a:p>
          <a:endParaRPr lang="en-ID"/>
        </a:p>
      </dgm:t>
    </dgm:pt>
    <dgm:pt modelId="{C137AAC1-EEE2-43F8-9C7B-C0FCFF2ED570}" type="sibTrans" cxnId="{02CC4362-5544-42AE-B284-FDA00A95D2B7}">
      <dgm:prSet/>
      <dgm:spPr/>
      <dgm:t>
        <a:bodyPr/>
        <a:lstStyle/>
        <a:p>
          <a:endParaRPr lang="en-ID"/>
        </a:p>
      </dgm:t>
    </dgm:pt>
    <dgm:pt modelId="{F10FF8DD-7DB8-49AF-AA8D-3761569833E2}">
      <dgm:prSet phldrT="[Text]"/>
      <dgm:spPr/>
      <dgm:t>
        <a:bodyPr/>
        <a:lstStyle/>
        <a:p>
          <a:r>
            <a:rPr lang="en-ID" b="1" dirty="0">
              <a:latin typeface="Times New Roman" panose="02020603050405020304" pitchFamily="18" charset="0"/>
              <a:cs typeface="Times New Roman" panose="02020603050405020304" pitchFamily="18" charset="0"/>
            </a:rPr>
            <a:t>6. Recency </a:t>
          </a:r>
        </a:p>
        <a:p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yang di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lakukan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pada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saat-saat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tertentu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atau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sesaat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saja</a:t>
          </a:r>
          <a:r>
            <a:rPr lang="en-ID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gm:t>
    </dgm:pt>
    <dgm:pt modelId="{D0DD00EE-E30A-4BC5-8756-CB0D1F81F42E}" type="parTrans" cxnId="{5FB1EC72-4D92-4D6D-A71D-A14EF662F61B}">
      <dgm:prSet/>
      <dgm:spPr/>
      <dgm:t>
        <a:bodyPr/>
        <a:lstStyle/>
        <a:p>
          <a:endParaRPr lang="en-ID"/>
        </a:p>
      </dgm:t>
    </dgm:pt>
    <dgm:pt modelId="{94413F14-7CB0-4725-93CE-2C455ABEE181}" type="sibTrans" cxnId="{5FB1EC72-4D92-4D6D-A71D-A14EF662F61B}">
      <dgm:prSet/>
      <dgm:spPr/>
      <dgm:t>
        <a:bodyPr/>
        <a:lstStyle/>
        <a:p>
          <a:endParaRPr lang="en-ID"/>
        </a:p>
      </dgm:t>
    </dgm:pt>
    <dgm:pt modelId="{FF110F58-0264-4C3F-8803-1A16A7044BC6}" type="pres">
      <dgm:prSet presAssocID="{10114BFC-6446-4187-A58A-FE7C35DA071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65F8EA-2391-4D60-95EF-222F5E6AE48B}" type="pres">
      <dgm:prSet presAssocID="{36D5375B-CAE3-47CC-A478-6A6DCDDC21A2}" presName="node" presStyleLbl="node1" presStyleIdx="0" presStyleCnt="6" custLinFactNeighborX="26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81D064-5599-41A0-90F5-3E3D156C87D3}" type="pres">
      <dgm:prSet presAssocID="{86623C0B-1055-4098-A943-A86624EC4F24}" presName="sibTrans" presStyleCnt="0"/>
      <dgm:spPr/>
    </dgm:pt>
    <dgm:pt modelId="{8D2D3D9C-8670-4971-ACBD-C5456BA1260D}" type="pres">
      <dgm:prSet presAssocID="{F115C43D-6BFB-4D37-BAAE-9A2E98D9F8D8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75933D-BF37-4DDC-94B4-65201E6DB230}" type="pres">
      <dgm:prSet presAssocID="{E4A2C4CF-6837-4487-83F5-74279E75094D}" presName="sibTrans" presStyleCnt="0"/>
      <dgm:spPr/>
    </dgm:pt>
    <dgm:pt modelId="{C772EC1C-DDEA-49EE-80F4-8D6A487B68C8}" type="pres">
      <dgm:prSet presAssocID="{EBEC5512-7EB9-4032-82BD-CB89C98003CF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546BF0-FE4A-43A6-9581-F243CCC8BDE3}" type="pres">
      <dgm:prSet presAssocID="{4AFF0EF4-D9E6-487E-99F3-D86797E15E9B}" presName="sibTrans" presStyleCnt="0"/>
      <dgm:spPr/>
    </dgm:pt>
    <dgm:pt modelId="{B5DDB625-E044-4773-9323-20DEE6384ACB}" type="pres">
      <dgm:prSet presAssocID="{849DF4A7-3714-48BE-A2D1-5C4EDAD2F64B}" presName="node" presStyleLbl="node1" presStyleIdx="3" presStyleCnt="6" custLinFactNeighborY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0AF4D0-815D-4E14-8338-F731736CAB8F}" type="pres">
      <dgm:prSet presAssocID="{70072A40-7930-4C4D-8062-D3DDAC4D1567}" presName="sibTrans" presStyleCnt="0"/>
      <dgm:spPr/>
    </dgm:pt>
    <dgm:pt modelId="{456B2574-C71F-4606-AC4E-6A7C401B86FD}" type="pres">
      <dgm:prSet presAssocID="{61BD347A-C8DA-469B-B507-C20471E1E886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D6660A-07B2-481C-8D22-56753F034FE2}" type="pres">
      <dgm:prSet presAssocID="{C137AAC1-EEE2-43F8-9C7B-C0FCFF2ED570}" presName="sibTrans" presStyleCnt="0"/>
      <dgm:spPr/>
    </dgm:pt>
    <dgm:pt modelId="{2485AF81-6500-4D26-A479-2E69DAFDF560}" type="pres">
      <dgm:prSet presAssocID="{F10FF8DD-7DB8-49AF-AA8D-3761569833E2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5BD24CC-0A8E-412C-BE7A-B44D67A22C15}" srcId="{10114BFC-6446-4187-A58A-FE7C35DA071C}" destId="{EBEC5512-7EB9-4032-82BD-CB89C98003CF}" srcOrd="2" destOrd="0" parTransId="{32A7A90C-1C36-4B33-BAA5-A57DC15F63D9}" sibTransId="{4AFF0EF4-D9E6-487E-99F3-D86797E15E9B}"/>
    <dgm:cxn modelId="{3649695E-C49B-401E-9721-F7AB22603088}" type="presOf" srcId="{36D5375B-CAE3-47CC-A478-6A6DCDDC21A2}" destId="{8565F8EA-2391-4D60-95EF-222F5E6AE48B}" srcOrd="0" destOrd="0" presId="urn:microsoft.com/office/officeart/2005/8/layout/default"/>
    <dgm:cxn modelId="{82F20A64-A0EA-4288-8357-16433ECE1082}" type="presOf" srcId="{F10FF8DD-7DB8-49AF-AA8D-3761569833E2}" destId="{2485AF81-6500-4D26-A479-2E69DAFDF560}" srcOrd="0" destOrd="0" presId="urn:microsoft.com/office/officeart/2005/8/layout/default"/>
    <dgm:cxn modelId="{36C885A5-F2C4-4B95-BB6A-2B746CB9625D}" type="presOf" srcId="{61BD347A-C8DA-469B-B507-C20471E1E886}" destId="{456B2574-C71F-4606-AC4E-6A7C401B86FD}" srcOrd="0" destOrd="0" presId="urn:microsoft.com/office/officeart/2005/8/layout/default"/>
    <dgm:cxn modelId="{BC7B350B-1BFE-4178-B9D5-C5058E81B91E}" srcId="{10114BFC-6446-4187-A58A-FE7C35DA071C}" destId="{36D5375B-CAE3-47CC-A478-6A6DCDDC21A2}" srcOrd="0" destOrd="0" parTransId="{01F4B014-9E0D-4773-9FEB-6E7226C103BB}" sibTransId="{86623C0B-1055-4098-A943-A86624EC4F24}"/>
    <dgm:cxn modelId="{5FB1EC72-4D92-4D6D-A71D-A14EF662F61B}" srcId="{10114BFC-6446-4187-A58A-FE7C35DA071C}" destId="{F10FF8DD-7DB8-49AF-AA8D-3761569833E2}" srcOrd="5" destOrd="0" parTransId="{D0DD00EE-E30A-4BC5-8756-CB0D1F81F42E}" sibTransId="{94413F14-7CB0-4725-93CE-2C455ABEE181}"/>
    <dgm:cxn modelId="{F04838AE-0B1D-4E3D-A251-62B63BE06C61}" type="presOf" srcId="{849DF4A7-3714-48BE-A2D1-5C4EDAD2F64B}" destId="{B5DDB625-E044-4773-9323-20DEE6384ACB}" srcOrd="0" destOrd="0" presId="urn:microsoft.com/office/officeart/2005/8/layout/default"/>
    <dgm:cxn modelId="{11F30CF9-1130-4A50-A778-6788A787747B}" srcId="{10114BFC-6446-4187-A58A-FE7C35DA071C}" destId="{849DF4A7-3714-48BE-A2D1-5C4EDAD2F64B}" srcOrd="3" destOrd="0" parTransId="{75129487-B0A1-42F5-B18A-07651D08F5C6}" sibTransId="{70072A40-7930-4C4D-8062-D3DDAC4D1567}"/>
    <dgm:cxn modelId="{9B738557-678D-45EF-95C2-8BAF1DEF9B35}" type="presOf" srcId="{F115C43D-6BFB-4D37-BAAE-9A2E98D9F8D8}" destId="{8D2D3D9C-8670-4971-ACBD-C5456BA1260D}" srcOrd="0" destOrd="0" presId="urn:microsoft.com/office/officeart/2005/8/layout/default"/>
    <dgm:cxn modelId="{06ABFAEE-C479-4F9C-BC64-3A05080BCF78}" type="presOf" srcId="{10114BFC-6446-4187-A58A-FE7C35DA071C}" destId="{FF110F58-0264-4C3F-8803-1A16A7044BC6}" srcOrd="0" destOrd="0" presId="urn:microsoft.com/office/officeart/2005/8/layout/default"/>
    <dgm:cxn modelId="{02CC4362-5544-42AE-B284-FDA00A95D2B7}" srcId="{10114BFC-6446-4187-A58A-FE7C35DA071C}" destId="{61BD347A-C8DA-469B-B507-C20471E1E886}" srcOrd="4" destOrd="0" parTransId="{5B17A49F-99E5-46A4-9702-69F334ACD737}" sibTransId="{C137AAC1-EEE2-43F8-9C7B-C0FCFF2ED570}"/>
    <dgm:cxn modelId="{7B74C6DC-338D-4E72-ACCD-8FAD75DA6D04}" type="presOf" srcId="{EBEC5512-7EB9-4032-82BD-CB89C98003CF}" destId="{C772EC1C-DDEA-49EE-80F4-8D6A487B68C8}" srcOrd="0" destOrd="0" presId="urn:microsoft.com/office/officeart/2005/8/layout/default"/>
    <dgm:cxn modelId="{6D96A1CE-B3CA-45A8-83B6-EA4570C69A4F}" srcId="{10114BFC-6446-4187-A58A-FE7C35DA071C}" destId="{F115C43D-6BFB-4D37-BAAE-9A2E98D9F8D8}" srcOrd="1" destOrd="0" parTransId="{7812076E-FB6C-4F22-9193-B19BC2F09FD0}" sibTransId="{E4A2C4CF-6837-4487-83F5-74279E75094D}"/>
    <dgm:cxn modelId="{2ADA22FE-E51D-4726-9AF6-24068DDDC98B}" type="presParOf" srcId="{FF110F58-0264-4C3F-8803-1A16A7044BC6}" destId="{8565F8EA-2391-4D60-95EF-222F5E6AE48B}" srcOrd="0" destOrd="0" presId="urn:microsoft.com/office/officeart/2005/8/layout/default"/>
    <dgm:cxn modelId="{3462CA66-E308-4957-A4F3-939BE58F0ECF}" type="presParOf" srcId="{FF110F58-0264-4C3F-8803-1A16A7044BC6}" destId="{1D81D064-5599-41A0-90F5-3E3D156C87D3}" srcOrd="1" destOrd="0" presId="urn:microsoft.com/office/officeart/2005/8/layout/default"/>
    <dgm:cxn modelId="{D2FDB5E8-197B-4767-AC54-B4E94682CF77}" type="presParOf" srcId="{FF110F58-0264-4C3F-8803-1A16A7044BC6}" destId="{8D2D3D9C-8670-4971-ACBD-C5456BA1260D}" srcOrd="2" destOrd="0" presId="urn:microsoft.com/office/officeart/2005/8/layout/default"/>
    <dgm:cxn modelId="{63492B60-1011-4A1F-8E6D-7739D874DA3B}" type="presParOf" srcId="{FF110F58-0264-4C3F-8803-1A16A7044BC6}" destId="{DA75933D-BF37-4DDC-94B4-65201E6DB230}" srcOrd="3" destOrd="0" presId="urn:microsoft.com/office/officeart/2005/8/layout/default"/>
    <dgm:cxn modelId="{2745083C-0732-4EBD-9FFA-05DE34AA7740}" type="presParOf" srcId="{FF110F58-0264-4C3F-8803-1A16A7044BC6}" destId="{C772EC1C-DDEA-49EE-80F4-8D6A487B68C8}" srcOrd="4" destOrd="0" presId="urn:microsoft.com/office/officeart/2005/8/layout/default"/>
    <dgm:cxn modelId="{7A386867-123F-4737-AD33-F5D9BC2A6866}" type="presParOf" srcId="{FF110F58-0264-4C3F-8803-1A16A7044BC6}" destId="{4E546BF0-FE4A-43A6-9581-F243CCC8BDE3}" srcOrd="5" destOrd="0" presId="urn:microsoft.com/office/officeart/2005/8/layout/default"/>
    <dgm:cxn modelId="{787888F3-9789-46E7-83FF-2DC3A7E03879}" type="presParOf" srcId="{FF110F58-0264-4C3F-8803-1A16A7044BC6}" destId="{B5DDB625-E044-4773-9323-20DEE6384ACB}" srcOrd="6" destOrd="0" presId="urn:microsoft.com/office/officeart/2005/8/layout/default"/>
    <dgm:cxn modelId="{DF86B559-87A7-4984-9C2C-474B85160D25}" type="presParOf" srcId="{FF110F58-0264-4C3F-8803-1A16A7044BC6}" destId="{E30AF4D0-815D-4E14-8338-F731736CAB8F}" srcOrd="7" destOrd="0" presId="urn:microsoft.com/office/officeart/2005/8/layout/default"/>
    <dgm:cxn modelId="{87050B45-AA67-45BE-817D-ED0763812E77}" type="presParOf" srcId="{FF110F58-0264-4C3F-8803-1A16A7044BC6}" destId="{456B2574-C71F-4606-AC4E-6A7C401B86FD}" srcOrd="8" destOrd="0" presId="urn:microsoft.com/office/officeart/2005/8/layout/default"/>
    <dgm:cxn modelId="{0164FD90-F19F-4B92-BB7B-3B1157E24614}" type="presParOf" srcId="{FF110F58-0264-4C3F-8803-1A16A7044BC6}" destId="{DCD6660A-07B2-481C-8D22-56753F034FE2}" srcOrd="9" destOrd="0" presId="urn:microsoft.com/office/officeart/2005/8/layout/default"/>
    <dgm:cxn modelId="{49CB9BED-9F02-41E8-B00C-97DA45A21C91}" type="presParOf" srcId="{FF110F58-0264-4C3F-8803-1A16A7044BC6}" destId="{2485AF81-6500-4D26-A479-2E69DAFDF56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8C2EA45-3C96-4BD7-B84F-93B13CA0935B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D"/>
        </a:p>
      </dgm:t>
    </dgm:pt>
    <dgm:pt modelId="{ABB1D006-5D0E-498E-BEE5-C9566A507B0E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Menulis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Esai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5BC600-CAEF-49FE-B354-E91E0EA1DBC6}" type="parTrans" cxnId="{1E5EEDB0-AA15-4218-A546-CE9F81E0B023}">
      <dgm:prSet/>
      <dgm:spPr/>
      <dgm:t>
        <a:bodyPr/>
        <a:lstStyle/>
        <a:p>
          <a:endParaRPr lang="en-ID"/>
        </a:p>
      </dgm:t>
    </dgm:pt>
    <dgm:pt modelId="{22A6EB5D-BBCA-47F9-8FA1-3DD67A76715D}" type="sibTrans" cxnId="{1E5EEDB0-AA15-4218-A546-CE9F81E0B023}">
      <dgm:prSet/>
      <dgm:spPr/>
      <dgm:t>
        <a:bodyPr/>
        <a:lstStyle/>
        <a:p>
          <a:endParaRPr lang="en-ID"/>
        </a:p>
      </dgm:t>
    </dgm:pt>
    <dgm:pt modelId="{B1A64003-DEDE-4EDF-8BCE-D36BB681028A}">
      <dgm:prSet phldrT="[Text]" custT="1"/>
      <dgm:spPr/>
      <dgm:t>
        <a:bodyPr/>
        <a:lstStyle/>
        <a:p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Evaluator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menuliskan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deskripsi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ttg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kekurangan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kelemahan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masukan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perbaikan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bagi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6BE736-76AA-46AC-80E9-89FA2141D9EB}" type="parTrans" cxnId="{03CF23EA-DD74-4D8A-A623-C2F9928337BF}">
      <dgm:prSet/>
      <dgm:spPr/>
      <dgm:t>
        <a:bodyPr/>
        <a:lstStyle/>
        <a:p>
          <a:endParaRPr lang="en-ID"/>
        </a:p>
      </dgm:t>
    </dgm:pt>
    <dgm:pt modelId="{34D99700-5935-49D3-8903-94DED537E7D7}" type="sibTrans" cxnId="{03CF23EA-DD74-4D8A-A623-C2F9928337BF}">
      <dgm:prSet/>
      <dgm:spPr/>
      <dgm:t>
        <a:bodyPr/>
        <a:lstStyle/>
        <a:p>
          <a:endParaRPr lang="en-ID"/>
        </a:p>
      </dgm:t>
    </dgm:pt>
    <dgm:pt modelId="{0E05C29F-EDD4-4CAC-8D48-2A62C9A8744E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Mudah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digunakan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namun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cenderung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menjadi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ukuran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kemampuan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penulisan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evaluator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A83DC1-5BAF-4ACA-9D6C-E6F4EC94CB26}" type="parTrans" cxnId="{A5E9B09D-E2C9-407A-861C-C29065B26556}">
      <dgm:prSet/>
      <dgm:spPr/>
      <dgm:t>
        <a:bodyPr/>
        <a:lstStyle/>
        <a:p>
          <a:endParaRPr lang="en-ID"/>
        </a:p>
      </dgm:t>
    </dgm:pt>
    <dgm:pt modelId="{BCEF8E87-E5FB-4DEE-8276-601834BBF1D6}" type="sibTrans" cxnId="{A5E9B09D-E2C9-407A-861C-C29065B26556}">
      <dgm:prSet/>
      <dgm:spPr/>
      <dgm:t>
        <a:bodyPr/>
        <a:lstStyle/>
        <a:p>
          <a:endParaRPr lang="en-ID"/>
        </a:p>
      </dgm:t>
    </dgm:pt>
    <dgm:pt modelId="{441B90E0-FB99-43FF-B635-5ACB89CD4544}">
      <dgm:prSet phldrT="[Text]" custT="1"/>
      <dgm:spPr/>
      <dgm:t>
        <a:bodyPr/>
        <a:lstStyle/>
        <a:p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Peristiwa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Penting</a:t>
          </a:r>
          <a:endParaRPr lang="en-ID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5252E6-A297-4781-A1DA-79A93CAA2619}" type="parTrans" cxnId="{F4035CD2-82DE-48AC-B9FE-0F46B13D22BA}">
      <dgm:prSet/>
      <dgm:spPr/>
      <dgm:t>
        <a:bodyPr/>
        <a:lstStyle/>
        <a:p>
          <a:endParaRPr lang="en-ID"/>
        </a:p>
      </dgm:t>
    </dgm:pt>
    <dgm:pt modelId="{95B417A6-71A1-4AC0-8EAA-7188AD7E16FF}" type="sibTrans" cxnId="{F4035CD2-82DE-48AC-B9FE-0F46B13D22BA}">
      <dgm:prSet/>
      <dgm:spPr/>
      <dgm:t>
        <a:bodyPr/>
        <a:lstStyle/>
        <a:p>
          <a:endParaRPr lang="en-ID"/>
        </a:p>
      </dgm:t>
    </dgm:pt>
    <dgm:pt modelId="{5C881EFF-DE91-457E-A39D-B57670586203}">
      <dgm:prSet phldrT="[Text]"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Evaluator focus pada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perilaku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penting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yg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memisahkan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antara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kinerja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yg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efektif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endParaRPr lang="en-ID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9733B5-003D-4C6C-955A-1E18BADB2A2B}" type="parTrans" cxnId="{9C93BD03-43E6-4F42-989D-4160E5F273F6}">
      <dgm:prSet/>
      <dgm:spPr/>
      <dgm:t>
        <a:bodyPr/>
        <a:lstStyle/>
        <a:p>
          <a:endParaRPr lang="en-ID"/>
        </a:p>
      </dgm:t>
    </dgm:pt>
    <dgm:pt modelId="{44877754-8BFF-48C6-B8BB-D5E25C0FE3AA}" type="sibTrans" cxnId="{9C93BD03-43E6-4F42-989D-4160E5F273F6}">
      <dgm:prSet/>
      <dgm:spPr/>
      <dgm:t>
        <a:bodyPr/>
        <a:lstStyle/>
        <a:p>
          <a:endParaRPr lang="en-ID"/>
        </a:p>
      </dgm:t>
    </dgm:pt>
    <dgm:pt modelId="{9F511DFB-B1D8-467B-B1E3-CB7F4369EA8B}">
      <dgm:prSet phldrT="[Text]" custT="1"/>
      <dgm:spPr/>
      <dgm:t>
        <a:bodyPr/>
        <a:lstStyle/>
        <a:p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Contohnya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banyak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memakan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bisa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dikuantifikasi</a:t>
          </a:r>
          <a:endParaRPr lang="en-ID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1A1AF4-34CA-4737-B232-BE3B7AB91C54}" type="parTrans" cxnId="{A128CF07-4678-43BC-9344-8F1AD70584C1}">
      <dgm:prSet/>
      <dgm:spPr/>
      <dgm:t>
        <a:bodyPr/>
        <a:lstStyle/>
        <a:p>
          <a:endParaRPr lang="en-ID"/>
        </a:p>
      </dgm:t>
    </dgm:pt>
    <dgm:pt modelId="{C4B5A489-8985-4694-A800-CB660F71A43E}" type="sibTrans" cxnId="{A128CF07-4678-43BC-9344-8F1AD70584C1}">
      <dgm:prSet/>
      <dgm:spPr/>
      <dgm:t>
        <a:bodyPr/>
        <a:lstStyle/>
        <a:p>
          <a:endParaRPr lang="en-ID"/>
        </a:p>
      </dgm:t>
    </dgm:pt>
    <dgm:pt modelId="{8890CC46-8F94-4B47-BD37-3AD814DD3AA8}">
      <dgm:prSet phldrT="[Text]" custT="1"/>
      <dgm:spPr/>
      <dgm:t>
        <a:bodyPr/>
        <a:lstStyle/>
        <a:p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Skala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grafis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B741CB-DC96-4794-9D86-D8C7695ADF62}" type="parTrans" cxnId="{2C4F267A-9B6F-426A-85BF-4988ABCA5FA6}">
      <dgm:prSet/>
      <dgm:spPr/>
      <dgm:t>
        <a:bodyPr/>
        <a:lstStyle/>
        <a:p>
          <a:endParaRPr lang="en-ID"/>
        </a:p>
      </dgm:t>
    </dgm:pt>
    <dgm:pt modelId="{C50C1DA6-A585-4859-A440-DE8E87600BFB}" type="sibTrans" cxnId="{2C4F267A-9B6F-426A-85BF-4988ABCA5FA6}">
      <dgm:prSet/>
      <dgm:spPr/>
      <dgm:t>
        <a:bodyPr/>
        <a:lstStyle/>
        <a:p>
          <a:endParaRPr lang="en-ID"/>
        </a:p>
      </dgm:t>
    </dgm:pt>
    <dgm:pt modelId="{EBDCA3C3-7061-4906-BE05-79AD6F78BB83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Metode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popular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yg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memuat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catatan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ttg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serangkaian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faktor2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kinerja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skala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incremental; evaluator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merinci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catatan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menilai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berdasarkan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faktor2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tsb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36B7A8-5D6D-4965-8557-ECA431E05005}" type="parTrans" cxnId="{56D5ED07-C61C-4A3C-9B97-72D7E4EAE476}">
      <dgm:prSet/>
      <dgm:spPr/>
      <dgm:t>
        <a:bodyPr/>
        <a:lstStyle/>
        <a:p>
          <a:endParaRPr lang="en-ID"/>
        </a:p>
      </dgm:t>
    </dgm:pt>
    <dgm:pt modelId="{16562D3A-E639-4FDA-9A89-01E64A7C6E1B}" type="sibTrans" cxnId="{56D5ED07-C61C-4A3C-9B97-72D7E4EAE476}">
      <dgm:prSet/>
      <dgm:spPr/>
      <dgm:t>
        <a:bodyPr/>
        <a:lstStyle/>
        <a:p>
          <a:endParaRPr lang="en-ID"/>
        </a:p>
      </dgm:t>
    </dgm:pt>
    <dgm:pt modelId="{C2711032-8785-4B14-9203-4B9ECD3623F6}">
      <dgm:prSet phldrT="[Text]" custT="1"/>
      <dgm:spPr/>
      <dgm:t>
        <a:bodyPr/>
        <a:lstStyle/>
        <a:p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Data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kuantitatif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namun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memberikan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info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mendalam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mengenai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perilaku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38F6B1-A171-49C7-AAF5-75056FC6E165}" type="parTrans" cxnId="{91EC253B-DB74-4302-BC59-4F2E117B33A0}">
      <dgm:prSet/>
      <dgm:spPr/>
      <dgm:t>
        <a:bodyPr/>
        <a:lstStyle/>
        <a:p>
          <a:endParaRPr lang="en-ID"/>
        </a:p>
      </dgm:t>
    </dgm:pt>
    <dgm:pt modelId="{20D0E62F-A0B5-4DB7-8FDB-E72C56829592}" type="sibTrans" cxnId="{91EC253B-DB74-4302-BC59-4F2E117B33A0}">
      <dgm:prSet/>
      <dgm:spPr/>
      <dgm:t>
        <a:bodyPr/>
        <a:lstStyle/>
        <a:p>
          <a:endParaRPr lang="en-ID"/>
        </a:p>
      </dgm:t>
    </dgm:pt>
    <dgm:pt modelId="{00CA5C79-687A-4AAD-B2BE-5576E6CA06E2}">
      <dgm:prSet phldrT="[Text]" custT="1"/>
      <dgm:spPr/>
      <dgm:t>
        <a:bodyPr/>
        <a:lstStyle/>
        <a:p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BARS (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Behavirally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Anchored Rating Scale)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CFB5DC-D981-4683-9A67-3BF7F1D39C41}" type="parTrans" cxnId="{BD2C4F20-7748-4C40-8587-A206B38765CD}">
      <dgm:prSet/>
      <dgm:spPr/>
      <dgm:t>
        <a:bodyPr/>
        <a:lstStyle/>
        <a:p>
          <a:endParaRPr lang="en-ID"/>
        </a:p>
      </dgm:t>
    </dgm:pt>
    <dgm:pt modelId="{30D96CA8-ECA2-47A6-914A-AA34D5BD3EBA}" type="sibTrans" cxnId="{BD2C4F20-7748-4C40-8587-A206B38765CD}">
      <dgm:prSet/>
      <dgm:spPr/>
      <dgm:t>
        <a:bodyPr/>
        <a:lstStyle/>
        <a:p>
          <a:endParaRPr lang="en-ID"/>
        </a:p>
      </dgm:t>
    </dgm:pt>
    <dgm:pt modelId="{A21FEAD1-78CA-4825-AE1B-A1FAD5B74F17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Memadukan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elemen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dari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peristiwa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penting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skala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grafis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, evaluator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menggunakan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skala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dgn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item2nya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periaku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actual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45C6EB-E335-4B69-9455-B8DCD24CB2A3}" type="parTrans" cxnId="{3D95E8E9-3731-4B75-8E8A-875B706237F4}">
      <dgm:prSet/>
      <dgm:spPr/>
      <dgm:t>
        <a:bodyPr/>
        <a:lstStyle/>
        <a:p>
          <a:endParaRPr lang="en-ID"/>
        </a:p>
      </dgm:t>
    </dgm:pt>
    <dgm:pt modelId="{D92A8C4C-EA87-4B29-9DD9-A37B431FA97D}" type="sibTrans" cxnId="{3D95E8E9-3731-4B75-8E8A-875B706237F4}">
      <dgm:prSet/>
      <dgm:spPr/>
      <dgm:t>
        <a:bodyPr/>
        <a:lstStyle/>
        <a:p>
          <a:endParaRPr lang="en-ID"/>
        </a:p>
      </dgm:t>
    </dgm:pt>
    <dgm:pt modelId="{9C3E03BF-5C51-4E4C-993A-9C2D724FB59F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sulit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dikembangkan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79D752-97C6-4684-8B14-6EBA3E71D1D4}" type="parTrans" cxnId="{612CE5CE-E0A7-4A2E-A2C5-6F6A9ECE42D1}">
      <dgm:prSet/>
      <dgm:spPr/>
      <dgm:t>
        <a:bodyPr/>
        <a:lstStyle/>
        <a:p>
          <a:endParaRPr lang="en-ID"/>
        </a:p>
      </dgm:t>
    </dgm:pt>
    <dgm:pt modelId="{DE1BAB43-4586-4A03-9C3F-DB5942ED8E9E}" type="sibTrans" cxnId="{612CE5CE-E0A7-4A2E-A2C5-6F6A9ECE42D1}">
      <dgm:prSet/>
      <dgm:spPr/>
      <dgm:t>
        <a:bodyPr/>
        <a:lstStyle/>
        <a:p>
          <a:endParaRPr lang="en-ID"/>
        </a:p>
      </dgm:t>
    </dgm:pt>
    <dgm:pt modelId="{E9728C95-DD9C-4BB7-B380-D149F6D0488A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Perbandingan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Multikarywan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0DE178-7D3C-423F-AAAC-97B1014A9C86}" type="parTrans" cxnId="{07BB43ED-85A3-4446-88D7-D179759F6D5C}">
      <dgm:prSet/>
      <dgm:spPr/>
      <dgm:t>
        <a:bodyPr/>
        <a:lstStyle/>
        <a:p>
          <a:endParaRPr lang="en-ID"/>
        </a:p>
      </dgm:t>
    </dgm:pt>
    <dgm:pt modelId="{F1D24F9C-55DA-47C4-9694-3AEE116C18D8}" type="sibTrans" cxnId="{07BB43ED-85A3-4446-88D7-D179759F6D5C}">
      <dgm:prSet/>
      <dgm:spPr/>
      <dgm:t>
        <a:bodyPr/>
        <a:lstStyle/>
        <a:p>
          <a:endParaRPr lang="en-ID"/>
        </a:p>
      </dgm:t>
    </dgm:pt>
    <dgm:pt modelId="{502E2576-F070-4E30-8893-AFDD496B490E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Penialaian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dilakukan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dgn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membandingan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dalam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kelompok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A9B8FC-593D-4797-BC5D-7FB323E0BCAC}" type="parTrans" cxnId="{A535D2CA-C8F5-4016-81DD-55DEC2AA9350}">
      <dgm:prSet/>
      <dgm:spPr/>
      <dgm:t>
        <a:bodyPr/>
        <a:lstStyle/>
        <a:p>
          <a:endParaRPr lang="en-ID"/>
        </a:p>
      </dgm:t>
    </dgm:pt>
    <dgm:pt modelId="{51433576-72A6-477B-9FD8-52A92F40DF78}" type="sibTrans" cxnId="{A535D2CA-C8F5-4016-81DD-55DEC2AA9350}">
      <dgm:prSet/>
      <dgm:spPr/>
      <dgm:t>
        <a:bodyPr/>
        <a:lstStyle/>
        <a:p>
          <a:endParaRPr lang="en-ID"/>
        </a:p>
      </dgm:t>
    </dgm:pt>
    <dgm:pt modelId="{888E8F4E-D2A7-409A-90D1-0F94CCE43B1A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Sulit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dilakukan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apabila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jumlahnya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banyak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terkait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aspek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hukum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4B7642-69A9-46DA-B541-8CACF0C8B22A}" type="parTrans" cxnId="{0F4D8DC8-F89A-4A31-BB0F-B834F77A521B}">
      <dgm:prSet/>
      <dgm:spPr/>
      <dgm:t>
        <a:bodyPr/>
        <a:lstStyle/>
        <a:p>
          <a:endParaRPr lang="en-ID"/>
        </a:p>
      </dgm:t>
    </dgm:pt>
    <dgm:pt modelId="{CA2EB7A5-BE4F-411F-AEFB-7102E490D735}" type="sibTrans" cxnId="{0F4D8DC8-F89A-4A31-BB0F-B834F77A521B}">
      <dgm:prSet/>
      <dgm:spPr/>
      <dgm:t>
        <a:bodyPr/>
        <a:lstStyle/>
        <a:p>
          <a:endParaRPr lang="en-ID"/>
        </a:p>
      </dgm:t>
    </dgm:pt>
    <dgm:pt modelId="{BED490C8-A45F-44B0-8A41-94DED45DF6AE}">
      <dgm:prSet phldrT="[Text]" custT="1"/>
      <dgm:spPr/>
      <dgm:t>
        <a:bodyPr/>
        <a:lstStyle/>
        <a:p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MBO (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Managemet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based Objective)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E98624-61C7-4FF3-8B91-717C61476E53}" type="parTrans" cxnId="{BCEE4669-2013-4E85-A984-AC99F818B558}">
      <dgm:prSet/>
      <dgm:spPr/>
      <dgm:t>
        <a:bodyPr/>
        <a:lstStyle/>
        <a:p>
          <a:endParaRPr lang="en-ID"/>
        </a:p>
      </dgm:t>
    </dgm:pt>
    <dgm:pt modelId="{9D266B65-7AD9-4CDD-BD88-2E8E614732CD}" type="sibTrans" cxnId="{BCEE4669-2013-4E85-A984-AC99F818B558}">
      <dgm:prSet/>
      <dgm:spPr/>
      <dgm:t>
        <a:bodyPr/>
        <a:lstStyle/>
        <a:p>
          <a:endParaRPr lang="en-ID"/>
        </a:p>
      </dgm:t>
    </dgm:pt>
    <dgm:pt modelId="{6CF3A87F-8F6E-4206-95F9-5B130BAE6802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Evaluasi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dilakukan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berdasarkan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sebaik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apa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mereka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dalam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menyelesaikan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sasaran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tertentu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B689F9-98F5-4522-94B0-0FFCE108A18F}" type="parTrans" cxnId="{2839A80C-7F2F-4C34-AF89-F8EE134C2E4E}">
      <dgm:prSet/>
      <dgm:spPr/>
      <dgm:t>
        <a:bodyPr/>
        <a:lstStyle/>
        <a:p>
          <a:endParaRPr lang="en-ID"/>
        </a:p>
      </dgm:t>
    </dgm:pt>
    <dgm:pt modelId="{F63FCA24-F071-4B78-B282-54503C397A01}" type="sibTrans" cxnId="{2839A80C-7F2F-4C34-AF89-F8EE134C2E4E}">
      <dgm:prSet/>
      <dgm:spPr/>
      <dgm:t>
        <a:bodyPr/>
        <a:lstStyle/>
        <a:p>
          <a:endParaRPr lang="en-ID"/>
        </a:p>
      </dgm:t>
    </dgm:pt>
    <dgm:pt modelId="{4BCB7F34-9407-4223-8A8D-B66DA09DAAC9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Fokus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pada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sararan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orientasi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hasil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59F981-2250-40F0-851C-E886219B07DD}" type="parTrans" cxnId="{CF320B16-D96B-4CA5-BC82-04118238FC64}">
      <dgm:prSet/>
      <dgm:spPr/>
      <dgm:t>
        <a:bodyPr/>
        <a:lstStyle/>
        <a:p>
          <a:endParaRPr lang="en-ID"/>
        </a:p>
      </dgm:t>
    </dgm:pt>
    <dgm:pt modelId="{C6700475-5095-4E64-800C-983D9BD6D08F}" type="sibTrans" cxnId="{CF320B16-D96B-4CA5-BC82-04118238FC64}">
      <dgm:prSet/>
      <dgm:spPr/>
      <dgm:t>
        <a:bodyPr/>
        <a:lstStyle/>
        <a:p>
          <a:endParaRPr lang="en-ID"/>
        </a:p>
      </dgm:t>
    </dgm:pt>
    <dgm:pt modelId="{C95A847F-AFA5-4B09-9637-AD0701FDAF7F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360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CB8D25-F47B-499B-A43F-F82626EA4A27}" type="parTrans" cxnId="{17A5EA08-B87C-4491-8CF2-8D090FCDDB77}">
      <dgm:prSet/>
      <dgm:spPr/>
      <dgm:t>
        <a:bodyPr/>
        <a:lstStyle/>
        <a:p>
          <a:endParaRPr lang="en-ID"/>
        </a:p>
      </dgm:t>
    </dgm:pt>
    <dgm:pt modelId="{34754E2D-7E22-4082-9DB2-EABC68C43465}" type="sibTrans" cxnId="{17A5EA08-B87C-4491-8CF2-8D090FCDDB77}">
      <dgm:prSet/>
      <dgm:spPr/>
      <dgm:t>
        <a:bodyPr/>
        <a:lstStyle/>
        <a:p>
          <a:endParaRPr lang="en-ID"/>
        </a:p>
      </dgm:t>
    </dgm:pt>
    <dgm:pt modelId="{A555F405-6BC3-4FF7-8107-D0468DA1338E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Mendayagunakan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umpan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balik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dari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supervisor,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575200-BFCC-4DAC-9701-45E0F18F6818}" type="parTrans" cxnId="{0986DE40-6868-4091-A260-0C146104114B}">
      <dgm:prSet/>
      <dgm:spPr/>
      <dgm:t>
        <a:bodyPr/>
        <a:lstStyle/>
        <a:p>
          <a:endParaRPr lang="en-ID"/>
        </a:p>
      </dgm:t>
    </dgm:pt>
    <dgm:pt modelId="{7D66784E-6C3E-47D6-9715-0CCBBADDE010}" type="sibTrans" cxnId="{0986DE40-6868-4091-A260-0C146104114B}">
      <dgm:prSet/>
      <dgm:spPr/>
      <dgm:t>
        <a:bodyPr/>
        <a:lstStyle/>
        <a:p>
          <a:endParaRPr lang="en-ID"/>
        </a:p>
      </dgm:t>
    </dgm:pt>
    <dgm:pt modelId="{05E59FB7-F24F-4E2A-A5EF-7A95B8F572EF}">
      <dgm:prSet phldrT="[Text]" custT="1"/>
      <dgm:spPr/>
      <dgm:t>
        <a:bodyPr/>
        <a:lstStyle/>
        <a:p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Menyeluruh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memakan</a:t>
          </a:r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endParaRPr lang="en-ID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7D4E45-42BB-4E7A-95FD-7B2A86131DAA}" type="parTrans" cxnId="{4C66870A-DF1C-47C1-BB7E-9A2D8D835E5C}">
      <dgm:prSet/>
      <dgm:spPr/>
      <dgm:t>
        <a:bodyPr/>
        <a:lstStyle/>
        <a:p>
          <a:endParaRPr lang="en-ID"/>
        </a:p>
      </dgm:t>
    </dgm:pt>
    <dgm:pt modelId="{A4C8B3BB-3B88-4F01-AE37-A5DFF67E429B}" type="sibTrans" cxnId="{4C66870A-DF1C-47C1-BB7E-9A2D8D835E5C}">
      <dgm:prSet/>
      <dgm:spPr/>
      <dgm:t>
        <a:bodyPr/>
        <a:lstStyle/>
        <a:p>
          <a:endParaRPr lang="en-ID"/>
        </a:p>
      </dgm:t>
    </dgm:pt>
    <dgm:pt modelId="{F75D35C7-C3B9-4BA3-8310-C624E18BC67E}" type="pres">
      <dgm:prSet presAssocID="{08C2EA45-3C96-4BD7-B84F-93B13CA0935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6145D9D-4537-417A-88D0-06F14FC7C7EA}" type="pres">
      <dgm:prSet presAssocID="{ABB1D006-5D0E-498E-BEE5-C9566A507B0E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24C32-0D22-49A0-808D-DD8F754FA659}" type="pres">
      <dgm:prSet presAssocID="{22A6EB5D-BBCA-47F9-8FA1-3DD67A76715D}" presName="sibTrans" presStyleCnt="0"/>
      <dgm:spPr/>
    </dgm:pt>
    <dgm:pt modelId="{92F0E4D2-E459-4E2A-A610-77FCB8B7CDF8}" type="pres">
      <dgm:prSet presAssocID="{441B90E0-FB99-43FF-B635-5ACB89CD4544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7AA536-AFD6-401D-95F6-F93CBED99F12}" type="pres">
      <dgm:prSet presAssocID="{95B417A6-71A1-4AC0-8EAA-7188AD7E16FF}" presName="sibTrans" presStyleCnt="0"/>
      <dgm:spPr/>
    </dgm:pt>
    <dgm:pt modelId="{887AE1E1-4F2D-4600-903F-F679E532C069}" type="pres">
      <dgm:prSet presAssocID="{8890CC46-8F94-4B47-BD37-3AD814DD3AA8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F943C2-2472-4D0C-99A5-D57AC27673AE}" type="pres">
      <dgm:prSet presAssocID="{C50C1DA6-A585-4859-A440-DE8E87600BFB}" presName="sibTrans" presStyleCnt="0"/>
      <dgm:spPr/>
    </dgm:pt>
    <dgm:pt modelId="{345A086A-4FA8-4738-B2A3-501B1277FEEC}" type="pres">
      <dgm:prSet presAssocID="{00CA5C79-687A-4AAD-B2BE-5576E6CA06E2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1F9271-F6D0-4101-BAEA-C08540C44CB2}" type="pres">
      <dgm:prSet presAssocID="{30D96CA8-ECA2-47A6-914A-AA34D5BD3EBA}" presName="sibTrans" presStyleCnt="0"/>
      <dgm:spPr/>
    </dgm:pt>
    <dgm:pt modelId="{9EC0D0BC-67B4-4D9F-B6F2-E298367F954D}" type="pres">
      <dgm:prSet presAssocID="{E9728C95-DD9C-4BB7-B380-D149F6D0488A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FA7C29-ABD4-4AB5-AC68-2B9DCA10DF2B}" type="pres">
      <dgm:prSet presAssocID="{F1D24F9C-55DA-47C4-9694-3AEE116C18D8}" presName="sibTrans" presStyleCnt="0"/>
      <dgm:spPr/>
    </dgm:pt>
    <dgm:pt modelId="{4DBDE23F-CE93-46A1-A6C1-726DED11C8DD}" type="pres">
      <dgm:prSet presAssocID="{BED490C8-A45F-44B0-8A41-94DED45DF6AE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9364D0-76FD-48C1-9607-6684A668789D}" type="pres">
      <dgm:prSet presAssocID="{9D266B65-7AD9-4CDD-BD88-2E8E614732CD}" presName="sibTrans" presStyleCnt="0"/>
      <dgm:spPr/>
    </dgm:pt>
    <dgm:pt modelId="{648BE023-3530-4BC5-8AF2-178AF0BDBA42}" type="pres">
      <dgm:prSet presAssocID="{C95A847F-AFA5-4B09-9637-AD0701FDAF7F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839A80C-7F2F-4C34-AF89-F8EE134C2E4E}" srcId="{BED490C8-A45F-44B0-8A41-94DED45DF6AE}" destId="{6CF3A87F-8F6E-4206-95F9-5B130BAE6802}" srcOrd="0" destOrd="0" parTransId="{37B689F9-98F5-4522-94B0-0FFCE108A18F}" sibTransId="{F63FCA24-F071-4B78-B282-54503C397A01}"/>
    <dgm:cxn modelId="{2C4F267A-9B6F-426A-85BF-4988ABCA5FA6}" srcId="{08C2EA45-3C96-4BD7-B84F-93B13CA0935B}" destId="{8890CC46-8F94-4B47-BD37-3AD814DD3AA8}" srcOrd="2" destOrd="0" parTransId="{7CB741CB-DC96-4794-9D86-D8C7695ADF62}" sibTransId="{C50C1DA6-A585-4859-A440-DE8E87600BFB}"/>
    <dgm:cxn modelId="{A535D2CA-C8F5-4016-81DD-55DEC2AA9350}" srcId="{E9728C95-DD9C-4BB7-B380-D149F6D0488A}" destId="{502E2576-F070-4E30-8893-AFDD496B490E}" srcOrd="0" destOrd="0" parTransId="{E5A9B8FC-593D-4797-BC5D-7FB323E0BCAC}" sibTransId="{51433576-72A6-477B-9FD8-52A92F40DF78}"/>
    <dgm:cxn modelId="{0270026B-338F-4C38-861C-259786D33679}" type="presOf" srcId="{441B90E0-FB99-43FF-B635-5ACB89CD4544}" destId="{92F0E4D2-E459-4E2A-A610-77FCB8B7CDF8}" srcOrd="0" destOrd="0" presId="urn:microsoft.com/office/officeart/2005/8/layout/default"/>
    <dgm:cxn modelId="{6B8A8250-9DE1-48BC-8BD6-ECCA5E95EF7D}" type="presOf" srcId="{E9728C95-DD9C-4BB7-B380-D149F6D0488A}" destId="{9EC0D0BC-67B4-4D9F-B6F2-E298367F954D}" srcOrd="0" destOrd="0" presId="urn:microsoft.com/office/officeart/2005/8/layout/default"/>
    <dgm:cxn modelId="{F4035CD2-82DE-48AC-B9FE-0F46B13D22BA}" srcId="{08C2EA45-3C96-4BD7-B84F-93B13CA0935B}" destId="{441B90E0-FB99-43FF-B635-5ACB89CD4544}" srcOrd="1" destOrd="0" parTransId="{665252E6-A297-4781-A1DA-79A93CAA2619}" sibTransId="{95B417A6-71A1-4AC0-8EAA-7188AD7E16FF}"/>
    <dgm:cxn modelId="{9C93BD03-43E6-4F42-989D-4160E5F273F6}" srcId="{441B90E0-FB99-43FF-B635-5ACB89CD4544}" destId="{5C881EFF-DE91-457E-A39D-B57670586203}" srcOrd="0" destOrd="0" parTransId="{F39733B5-003D-4C6C-955A-1E18BADB2A2B}" sibTransId="{44877754-8BFF-48C6-B8BB-D5E25C0FE3AA}"/>
    <dgm:cxn modelId="{CF320B16-D96B-4CA5-BC82-04118238FC64}" srcId="{BED490C8-A45F-44B0-8A41-94DED45DF6AE}" destId="{4BCB7F34-9407-4223-8A8D-B66DA09DAAC9}" srcOrd="1" destOrd="0" parTransId="{2E59F981-2250-40F0-851C-E886219B07DD}" sibTransId="{C6700475-5095-4E64-800C-983D9BD6D08F}"/>
    <dgm:cxn modelId="{2D15F245-A24B-48A5-8330-0069EA977F31}" type="presOf" srcId="{C2711032-8785-4B14-9203-4B9ECD3623F6}" destId="{887AE1E1-4F2D-4600-903F-F679E532C069}" srcOrd="0" destOrd="2" presId="urn:microsoft.com/office/officeart/2005/8/layout/default"/>
    <dgm:cxn modelId="{9DCAB849-0084-46EB-BDD8-867C76BA4896}" type="presOf" srcId="{888E8F4E-D2A7-409A-90D1-0F94CCE43B1A}" destId="{9EC0D0BC-67B4-4D9F-B6F2-E298367F954D}" srcOrd="0" destOrd="2" presId="urn:microsoft.com/office/officeart/2005/8/layout/default"/>
    <dgm:cxn modelId="{511C2906-EC85-4B3A-A932-78BA6160732F}" type="presOf" srcId="{A21FEAD1-78CA-4825-AE1B-A1FAD5B74F17}" destId="{345A086A-4FA8-4738-B2A3-501B1277FEEC}" srcOrd="0" destOrd="1" presId="urn:microsoft.com/office/officeart/2005/8/layout/default"/>
    <dgm:cxn modelId="{4C66870A-DF1C-47C1-BB7E-9A2D8D835E5C}" srcId="{C95A847F-AFA5-4B09-9637-AD0701FDAF7F}" destId="{05E59FB7-F24F-4E2A-A5EF-7A95B8F572EF}" srcOrd="1" destOrd="0" parTransId="{ED7D4E45-42BB-4E7A-95FD-7B2A86131DAA}" sibTransId="{A4C8B3BB-3B88-4F01-AE37-A5DFF67E429B}"/>
    <dgm:cxn modelId="{6247A709-FFF5-416F-BAAA-1191C204AA6C}" type="presOf" srcId="{9F511DFB-B1D8-467B-B1E3-CB7F4369EA8B}" destId="{92F0E4D2-E459-4E2A-A610-77FCB8B7CDF8}" srcOrd="0" destOrd="2" presId="urn:microsoft.com/office/officeart/2005/8/layout/default"/>
    <dgm:cxn modelId="{15D3362A-B795-47EF-AF72-658A6B8C9342}" type="presOf" srcId="{4BCB7F34-9407-4223-8A8D-B66DA09DAAC9}" destId="{4DBDE23F-CE93-46A1-A6C1-726DED11C8DD}" srcOrd="0" destOrd="2" presId="urn:microsoft.com/office/officeart/2005/8/layout/default"/>
    <dgm:cxn modelId="{0986DE40-6868-4091-A260-0C146104114B}" srcId="{C95A847F-AFA5-4B09-9637-AD0701FDAF7F}" destId="{A555F405-6BC3-4FF7-8107-D0468DA1338E}" srcOrd="0" destOrd="0" parTransId="{99575200-BFCC-4DAC-9701-45E0F18F6818}" sibTransId="{7D66784E-6C3E-47D6-9715-0CCBBADDE010}"/>
    <dgm:cxn modelId="{DDCC3E30-F9AF-4478-A459-272AFF2C4B4D}" type="presOf" srcId="{05E59FB7-F24F-4E2A-A5EF-7A95B8F572EF}" destId="{648BE023-3530-4BC5-8AF2-178AF0BDBA42}" srcOrd="0" destOrd="2" presId="urn:microsoft.com/office/officeart/2005/8/layout/default"/>
    <dgm:cxn modelId="{CD0BD8BD-9617-4C35-90D1-AD000EAF0611}" type="presOf" srcId="{9C3E03BF-5C51-4E4C-993A-9C2D724FB59F}" destId="{345A086A-4FA8-4738-B2A3-501B1277FEEC}" srcOrd="0" destOrd="2" presId="urn:microsoft.com/office/officeart/2005/8/layout/default"/>
    <dgm:cxn modelId="{0B736BC5-E9BD-46EF-850A-7D3DA270F89F}" type="presOf" srcId="{B1A64003-DEDE-4EDF-8BCE-D36BB681028A}" destId="{76145D9D-4537-417A-88D0-06F14FC7C7EA}" srcOrd="0" destOrd="1" presId="urn:microsoft.com/office/officeart/2005/8/layout/default"/>
    <dgm:cxn modelId="{A5E9B09D-E2C9-407A-861C-C29065B26556}" srcId="{ABB1D006-5D0E-498E-BEE5-C9566A507B0E}" destId="{0E05C29F-EDD4-4CAC-8D48-2A62C9A8744E}" srcOrd="1" destOrd="0" parTransId="{C1A83DC1-5BAF-4ACA-9D6C-E6F4EC94CB26}" sibTransId="{BCEF8E87-E5FB-4DEE-8276-601834BBF1D6}"/>
    <dgm:cxn modelId="{E2DF107A-B449-4E75-91FD-AEA5A6552334}" type="presOf" srcId="{C95A847F-AFA5-4B09-9637-AD0701FDAF7F}" destId="{648BE023-3530-4BC5-8AF2-178AF0BDBA42}" srcOrd="0" destOrd="0" presId="urn:microsoft.com/office/officeart/2005/8/layout/default"/>
    <dgm:cxn modelId="{0A38EAE5-1EE0-4FD3-A55B-FDD6D6819F9C}" type="presOf" srcId="{EBDCA3C3-7061-4906-BE05-79AD6F78BB83}" destId="{887AE1E1-4F2D-4600-903F-F679E532C069}" srcOrd="0" destOrd="1" presId="urn:microsoft.com/office/officeart/2005/8/layout/default"/>
    <dgm:cxn modelId="{28E8A096-17BE-4E82-A86F-589B7527BCF4}" type="presOf" srcId="{6CF3A87F-8F6E-4206-95F9-5B130BAE6802}" destId="{4DBDE23F-CE93-46A1-A6C1-726DED11C8DD}" srcOrd="0" destOrd="1" presId="urn:microsoft.com/office/officeart/2005/8/layout/default"/>
    <dgm:cxn modelId="{1E5EEDB0-AA15-4218-A546-CE9F81E0B023}" srcId="{08C2EA45-3C96-4BD7-B84F-93B13CA0935B}" destId="{ABB1D006-5D0E-498E-BEE5-C9566A507B0E}" srcOrd="0" destOrd="0" parTransId="{B55BC600-CAEF-49FE-B354-E91E0EA1DBC6}" sibTransId="{22A6EB5D-BBCA-47F9-8FA1-3DD67A76715D}"/>
    <dgm:cxn modelId="{BCEE4669-2013-4E85-A984-AC99F818B558}" srcId="{08C2EA45-3C96-4BD7-B84F-93B13CA0935B}" destId="{BED490C8-A45F-44B0-8A41-94DED45DF6AE}" srcOrd="5" destOrd="0" parTransId="{D2E98624-61C7-4FF3-8B91-717C61476E53}" sibTransId="{9D266B65-7AD9-4CDD-BD88-2E8E614732CD}"/>
    <dgm:cxn modelId="{2F62DEB4-1AF5-45A3-B5CD-57FF9EE69AC8}" type="presOf" srcId="{00CA5C79-687A-4AAD-B2BE-5576E6CA06E2}" destId="{345A086A-4FA8-4738-B2A3-501B1277FEEC}" srcOrd="0" destOrd="0" presId="urn:microsoft.com/office/officeart/2005/8/layout/default"/>
    <dgm:cxn modelId="{4CAC92C3-4F0F-4379-84CC-7D9B2EF43CD7}" type="presOf" srcId="{ABB1D006-5D0E-498E-BEE5-C9566A507B0E}" destId="{76145D9D-4537-417A-88D0-06F14FC7C7EA}" srcOrd="0" destOrd="0" presId="urn:microsoft.com/office/officeart/2005/8/layout/default"/>
    <dgm:cxn modelId="{07BB43ED-85A3-4446-88D7-D179759F6D5C}" srcId="{08C2EA45-3C96-4BD7-B84F-93B13CA0935B}" destId="{E9728C95-DD9C-4BB7-B380-D149F6D0488A}" srcOrd="4" destOrd="0" parTransId="{300DE178-7D3C-423F-AAAC-97B1014A9C86}" sibTransId="{F1D24F9C-55DA-47C4-9694-3AEE116C18D8}"/>
    <dgm:cxn modelId="{BD2C4F20-7748-4C40-8587-A206B38765CD}" srcId="{08C2EA45-3C96-4BD7-B84F-93B13CA0935B}" destId="{00CA5C79-687A-4AAD-B2BE-5576E6CA06E2}" srcOrd="3" destOrd="0" parTransId="{BECFB5DC-D981-4683-9A67-3BF7F1D39C41}" sibTransId="{30D96CA8-ECA2-47A6-914A-AA34D5BD3EBA}"/>
    <dgm:cxn modelId="{17A5EA08-B87C-4491-8CF2-8D090FCDDB77}" srcId="{08C2EA45-3C96-4BD7-B84F-93B13CA0935B}" destId="{C95A847F-AFA5-4B09-9637-AD0701FDAF7F}" srcOrd="6" destOrd="0" parTransId="{8CCB8D25-F47B-499B-A43F-F82626EA4A27}" sibTransId="{34754E2D-7E22-4082-9DB2-EABC68C43465}"/>
    <dgm:cxn modelId="{48B97815-3053-4688-869E-EFE29A5CFAA2}" type="presOf" srcId="{A555F405-6BC3-4FF7-8107-D0468DA1338E}" destId="{648BE023-3530-4BC5-8AF2-178AF0BDBA42}" srcOrd="0" destOrd="1" presId="urn:microsoft.com/office/officeart/2005/8/layout/default"/>
    <dgm:cxn modelId="{91EC253B-DB74-4302-BC59-4F2E117B33A0}" srcId="{8890CC46-8F94-4B47-BD37-3AD814DD3AA8}" destId="{C2711032-8785-4B14-9203-4B9ECD3623F6}" srcOrd="1" destOrd="0" parTransId="{B638F6B1-A171-49C7-AAF5-75056FC6E165}" sibTransId="{20D0E62F-A0B5-4DB7-8FDB-E72C56829592}"/>
    <dgm:cxn modelId="{A128CF07-4678-43BC-9344-8F1AD70584C1}" srcId="{441B90E0-FB99-43FF-B635-5ACB89CD4544}" destId="{9F511DFB-B1D8-467B-B1E3-CB7F4369EA8B}" srcOrd="1" destOrd="0" parTransId="{A41A1AF4-34CA-4737-B232-BE3B7AB91C54}" sibTransId="{C4B5A489-8985-4694-A800-CB660F71A43E}"/>
    <dgm:cxn modelId="{69BF9BD2-3BB5-4E1C-89DC-D8551E4BE9FF}" type="presOf" srcId="{08C2EA45-3C96-4BD7-B84F-93B13CA0935B}" destId="{F75D35C7-C3B9-4BA3-8310-C624E18BC67E}" srcOrd="0" destOrd="0" presId="urn:microsoft.com/office/officeart/2005/8/layout/default"/>
    <dgm:cxn modelId="{612CE5CE-E0A7-4A2E-A2C5-6F6A9ECE42D1}" srcId="{00CA5C79-687A-4AAD-B2BE-5576E6CA06E2}" destId="{9C3E03BF-5C51-4E4C-993A-9C2D724FB59F}" srcOrd="1" destOrd="0" parTransId="{5479D752-97C6-4684-8B14-6EBA3E71D1D4}" sibTransId="{DE1BAB43-4586-4A03-9C3F-DB5942ED8E9E}"/>
    <dgm:cxn modelId="{03CF23EA-DD74-4D8A-A623-C2F9928337BF}" srcId="{ABB1D006-5D0E-498E-BEE5-C9566A507B0E}" destId="{B1A64003-DEDE-4EDF-8BCE-D36BB681028A}" srcOrd="0" destOrd="0" parTransId="{EC6BE736-76AA-46AC-80E9-89FA2141D9EB}" sibTransId="{34D99700-5935-49D3-8903-94DED537E7D7}"/>
    <dgm:cxn modelId="{0F4D8DC8-F89A-4A31-BB0F-B834F77A521B}" srcId="{E9728C95-DD9C-4BB7-B380-D149F6D0488A}" destId="{888E8F4E-D2A7-409A-90D1-0F94CCE43B1A}" srcOrd="1" destOrd="0" parTransId="{094B7642-69A9-46DA-B541-8CACF0C8B22A}" sibTransId="{CA2EB7A5-BE4F-411F-AEFB-7102E490D735}"/>
    <dgm:cxn modelId="{56A7643E-FEE1-4812-B755-F1EA46160C44}" type="presOf" srcId="{5C881EFF-DE91-457E-A39D-B57670586203}" destId="{92F0E4D2-E459-4E2A-A610-77FCB8B7CDF8}" srcOrd="0" destOrd="1" presId="urn:microsoft.com/office/officeart/2005/8/layout/default"/>
    <dgm:cxn modelId="{2DE31390-E96C-4E18-AC56-0A65C759BCD7}" type="presOf" srcId="{8890CC46-8F94-4B47-BD37-3AD814DD3AA8}" destId="{887AE1E1-4F2D-4600-903F-F679E532C069}" srcOrd="0" destOrd="0" presId="urn:microsoft.com/office/officeart/2005/8/layout/default"/>
    <dgm:cxn modelId="{56D5ED07-C61C-4A3C-9B97-72D7E4EAE476}" srcId="{8890CC46-8F94-4B47-BD37-3AD814DD3AA8}" destId="{EBDCA3C3-7061-4906-BE05-79AD6F78BB83}" srcOrd="0" destOrd="0" parTransId="{D736B7A8-5D6D-4965-8557-ECA431E05005}" sibTransId="{16562D3A-E639-4FDA-9A89-01E64A7C6E1B}"/>
    <dgm:cxn modelId="{A5D97124-ECF5-47E2-B4A5-CA8FD412705D}" type="presOf" srcId="{BED490C8-A45F-44B0-8A41-94DED45DF6AE}" destId="{4DBDE23F-CE93-46A1-A6C1-726DED11C8DD}" srcOrd="0" destOrd="0" presId="urn:microsoft.com/office/officeart/2005/8/layout/default"/>
    <dgm:cxn modelId="{3D95E8E9-3731-4B75-8E8A-875B706237F4}" srcId="{00CA5C79-687A-4AAD-B2BE-5576E6CA06E2}" destId="{A21FEAD1-78CA-4825-AE1B-A1FAD5B74F17}" srcOrd="0" destOrd="0" parTransId="{5445C6EB-E335-4B69-9455-B8DCD24CB2A3}" sibTransId="{D92A8C4C-EA87-4B29-9DD9-A37B431FA97D}"/>
    <dgm:cxn modelId="{827F1884-F3BC-4A22-B5D9-48F3C0A1EE14}" type="presOf" srcId="{0E05C29F-EDD4-4CAC-8D48-2A62C9A8744E}" destId="{76145D9D-4537-417A-88D0-06F14FC7C7EA}" srcOrd="0" destOrd="2" presId="urn:microsoft.com/office/officeart/2005/8/layout/default"/>
    <dgm:cxn modelId="{22F32C5C-65F6-438C-A500-2D882D809A5B}" type="presOf" srcId="{502E2576-F070-4E30-8893-AFDD496B490E}" destId="{9EC0D0BC-67B4-4D9F-B6F2-E298367F954D}" srcOrd="0" destOrd="1" presId="urn:microsoft.com/office/officeart/2005/8/layout/default"/>
    <dgm:cxn modelId="{99B463E8-2C9B-432F-AFF0-22781DB3EA02}" type="presParOf" srcId="{F75D35C7-C3B9-4BA3-8310-C624E18BC67E}" destId="{76145D9D-4537-417A-88D0-06F14FC7C7EA}" srcOrd="0" destOrd="0" presId="urn:microsoft.com/office/officeart/2005/8/layout/default"/>
    <dgm:cxn modelId="{55670641-5FE1-489A-A0E6-086A7304AFF6}" type="presParOf" srcId="{F75D35C7-C3B9-4BA3-8310-C624E18BC67E}" destId="{84824C32-0D22-49A0-808D-DD8F754FA659}" srcOrd="1" destOrd="0" presId="urn:microsoft.com/office/officeart/2005/8/layout/default"/>
    <dgm:cxn modelId="{60FD9F04-530E-4FC0-A339-EC9F80C26975}" type="presParOf" srcId="{F75D35C7-C3B9-4BA3-8310-C624E18BC67E}" destId="{92F0E4D2-E459-4E2A-A610-77FCB8B7CDF8}" srcOrd="2" destOrd="0" presId="urn:microsoft.com/office/officeart/2005/8/layout/default"/>
    <dgm:cxn modelId="{41F880B9-F489-47A3-B762-49F85629191F}" type="presParOf" srcId="{F75D35C7-C3B9-4BA3-8310-C624E18BC67E}" destId="{367AA536-AFD6-401D-95F6-F93CBED99F12}" srcOrd="3" destOrd="0" presId="urn:microsoft.com/office/officeart/2005/8/layout/default"/>
    <dgm:cxn modelId="{DD1189F1-22F9-4FF2-B061-9A27C0782631}" type="presParOf" srcId="{F75D35C7-C3B9-4BA3-8310-C624E18BC67E}" destId="{887AE1E1-4F2D-4600-903F-F679E532C069}" srcOrd="4" destOrd="0" presId="urn:microsoft.com/office/officeart/2005/8/layout/default"/>
    <dgm:cxn modelId="{5B7A5964-9F68-4358-976A-061309E3360E}" type="presParOf" srcId="{F75D35C7-C3B9-4BA3-8310-C624E18BC67E}" destId="{1EF943C2-2472-4D0C-99A5-D57AC27673AE}" srcOrd="5" destOrd="0" presId="urn:microsoft.com/office/officeart/2005/8/layout/default"/>
    <dgm:cxn modelId="{2B5DE4BC-FBD0-4A4B-ABD5-6B48D19E598A}" type="presParOf" srcId="{F75D35C7-C3B9-4BA3-8310-C624E18BC67E}" destId="{345A086A-4FA8-4738-B2A3-501B1277FEEC}" srcOrd="6" destOrd="0" presId="urn:microsoft.com/office/officeart/2005/8/layout/default"/>
    <dgm:cxn modelId="{3474106D-3BE1-453B-9121-332514F89DE6}" type="presParOf" srcId="{F75D35C7-C3B9-4BA3-8310-C624E18BC67E}" destId="{B21F9271-F6D0-4101-BAEA-C08540C44CB2}" srcOrd="7" destOrd="0" presId="urn:microsoft.com/office/officeart/2005/8/layout/default"/>
    <dgm:cxn modelId="{52B04E38-65BE-48DC-9F77-6D726186909F}" type="presParOf" srcId="{F75D35C7-C3B9-4BA3-8310-C624E18BC67E}" destId="{9EC0D0BC-67B4-4D9F-B6F2-E298367F954D}" srcOrd="8" destOrd="0" presId="urn:microsoft.com/office/officeart/2005/8/layout/default"/>
    <dgm:cxn modelId="{015DAA13-4A62-428F-B0E4-42A7AFE17E2C}" type="presParOf" srcId="{F75D35C7-C3B9-4BA3-8310-C624E18BC67E}" destId="{2EFA7C29-ABD4-4AB5-AC68-2B9DCA10DF2B}" srcOrd="9" destOrd="0" presId="urn:microsoft.com/office/officeart/2005/8/layout/default"/>
    <dgm:cxn modelId="{5F029507-373B-4314-B9A9-F435DF84E4E2}" type="presParOf" srcId="{F75D35C7-C3B9-4BA3-8310-C624E18BC67E}" destId="{4DBDE23F-CE93-46A1-A6C1-726DED11C8DD}" srcOrd="10" destOrd="0" presId="urn:microsoft.com/office/officeart/2005/8/layout/default"/>
    <dgm:cxn modelId="{0BA58221-3EE1-4ACE-A84D-B70AE1A974D4}" type="presParOf" srcId="{F75D35C7-C3B9-4BA3-8310-C624E18BC67E}" destId="{6A9364D0-76FD-48C1-9607-6684A668789D}" srcOrd="11" destOrd="0" presId="urn:microsoft.com/office/officeart/2005/8/layout/default"/>
    <dgm:cxn modelId="{37C8A805-4601-4CCA-BF74-331ABA8D988A}" type="presParOf" srcId="{F75D35C7-C3B9-4BA3-8310-C624E18BC67E}" destId="{648BE023-3530-4BC5-8AF2-178AF0BDBA42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0E739F1-943C-47D1-BF00-776C21BCF8E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D"/>
        </a:p>
      </dgm:t>
    </dgm:pt>
    <dgm:pt modelId="{A0160D21-9AE0-43A0-BAB7-D9A3A804495C}">
      <dgm:prSet/>
      <dgm:spPr/>
      <dgm:t>
        <a:bodyPr/>
        <a:lstStyle/>
        <a:p>
          <a:r>
            <a:rPr lang="en-ID" b="1" dirty="0" err="1"/>
            <a:t>Mengapa</a:t>
          </a:r>
          <a:r>
            <a:rPr lang="en-ID" b="1" dirty="0"/>
            <a:t> </a:t>
          </a:r>
          <a:r>
            <a:rPr lang="en-ID" b="1" dirty="0" err="1"/>
            <a:t>Organisai</a:t>
          </a:r>
          <a:r>
            <a:rPr lang="en-ID" b="1" dirty="0"/>
            <a:t> </a:t>
          </a:r>
          <a:r>
            <a:rPr lang="en-ID" b="1" dirty="0" err="1"/>
            <a:t>perlu</a:t>
          </a:r>
          <a:r>
            <a:rPr lang="en-ID" b="1" dirty="0"/>
            <a:t> </a:t>
          </a:r>
          <a:r>
            <a:rPr lang="en-ID" b="1" dirty="0" err="1"/>
            <a:t>memiliki</a:t>
          </a:r>
          <a:r>
            <a:rPr lang="en-ID" b="1" dirty="0"/>
            <a:t> </a:t>
          </a:r>
          <a:r>
            <a:rPr lang="en-ID" b="1" dirty="0" err="1"/>
            <a:t>alat</a:t>
          </a:r>
          <a:r>
            <a:rPr lang="en-ID" b="1" dirty="0"/>
            <a:t> </a:t>
          </a:r>
          <a:r>
            <a:rPr lang="en-ID" b="1" dirty="0" err="1"/>
            <a:t>untuk</a:t>
          </a:r>
          <a:r>
            <a:rPr lang="en-ID" b="1" dirty="0"/>
            <a:t> </a:t>
          </a:r>
          <a:r>
            <a:rPr lang="en-ID" b="1" dirty="0" err="1"/>
            <a:t>mengukur</a:t>
          </a:r>
          <a:r>
            <a:rPr lang="en-ID" b="1" dirty="0"/>
            <a:t> </a:t>
          </a:r>
          <a:r>
            <a:rPr lang="en-ID" b="1" dirty="0" err="1"/>
            <a:t>kinerja</a:t>
          </a:r>
          <a:r>
            <a:rPr lang="en-ID" b="1" dirty="0"/>
            <a:t> </a:t>
          </a:r>
          <a:r>
            <a:rPr lang="en-ID" b="1" dirty="0" err="1"/>
            <a:t>Karyawan</a:t>
          </a:r>
          <a:r>
            <a:rPr lang="en-ID" b="1" dirty="0"/>
            <a:t>? </a:t>
          </a:r>
          <a:r>
            <a:rPr lang="en-ID" b="1" dirty="0" err="1"/>
            <a:t>Jelaskan</a:t>
          </a:r>
          <a:r>
            <a:rPr lang="en-ID" b="1" dirty="0"/>
            <a:t> dan </a:t>
          </a:r>
          <a:r>
            <a:rPr lang="en-ID" b="1" dirty="0" err="1"/>
            <a:t>berikan</a:t>
          </a:r>
          <a:r>
            <a:rPr lang="en-ID" b="1" dirty="0"/>
            <a:t> </a:t>
          </a:r>
          <a:r>
            <a:rPr lang="en-ID" b="1" dirty="0" err="1"/>
            <a:t>contoh</a:t>
          </a:r>
          <a:endParaRPr lang="en-ID" dirty="0"/>
        </a:p>
      </dgm:t>
    </dgm:pt>
    <dgm:pt modelId="{150F1AF6-899F-48C2-83BF-10B820C345AF}" type="parTrans" cxnId="{CA00A599-8E75-42EC-9117-78A2879CD2B8}">
      <dgm:prSet/>
      <dgm:spPr/>
      <dgm:t>
        <a:bodyPr/>
        <a:lstStyle/>
        <a:p>
          <a:endParaRPr lang="en-ID"/>
        </a:p>
      </dgm:t>
    </dgm:pt>
    <dgm:pt modelId="{EFCB9AB0-BDF4-4D1A-9FCB-5610892C89A7}" type="sibTrans" cxnId="{CA00A599-8E75-42EC-9117-78A2879CD2B8}">
      <dgm:prSet/>
      <dgm:spPr/>
      <dgm:t>
        <a:bodyPr/>
        <a:lstStyle/>
        <a:p>
          <a:endParaRPr lang="en-ID"/>
        </a:p>
      </dgm:t>
    </dgm:pt>
    <dgm:pt modelId="{0D5B4DB5-7C46-415D-A3E0-837AAE898804}">
      <dgm:prSet/>
      <dgm:spPr/>
      <dgm:t>
        <a:bodyPr/>
        <a:lstStyle/>
        <a:p>
          <a:r>
            <a:rPr lang="en-ID" b="1" dirty="0" err="1"/>
            <a:t>Silahkan</a:t>
          </a:r>
          <a:r>
            <a:rPr lang="en-ID" b="1" dirty="0"/>
            <a:t> </a:t>
          </a:r>
          <a:r>
            <a:rPr lang="en-ID" b="1" dirty="0" err="1"/>
            <a:t>berikan</a:t>
          </a:r>
          <a:r>
            <a:rPr lang="en-ID" b="1" dirty="0"/>
            <a:t> </a:t>
          </a:r>
          <a:r>
            <a:rPr lang="en-ID" b="1" dirty="0" err="1"/>
            <a:t>jawaban</a:t>
          </a:r>
          <a:r>
            <a:rPr lang="en-ID" b="1" dirty="0"/>
            <a:t> di menu </a:t>
          </a:r>
          <a:r>
            <a:rPr lang="en-ID" b="1" dirty="0" err="1"/>
            <a:t>diskusi</a:t>
          </a:r>
          <a:r>
            <a:rPr lang="en-ID" b="1" dirty="0"/>
            <a:t> di E- campus</a:t>
          </a:r>
          <a:endParaRPr lang="en-ID" dirty="0"/>
        </a:p>
      </dgm:t>
    </dgm:pt>
    <dgm:pt modelId="{7548C0EE-1AE7-4041-8121-09F554585511}" type="parTrans" cxnId="{3A633257-C975-4FA9-8433-AA00BE9610FC}">
      <dgm:prSet/>
      <dgm:spPr/>
      <dgm:t>
        <a:bodyPr/>
        <a:lstStyle/>
        <a:p>
          <a:endParaRPr lang="en-ID"/>
        </a:p>
      </dgm:t>
    </dgm:pt>
    <dgm:pt modelId="{238CD1EB-A095-4A60-B46C-0C30968DD32D}" type="sibTrans" cxnId="{3A633257-C975-4FA9-8433-AA00BE9610FC}">
      <dgm:prSet/>
      <dgm:spPr/>
      <dgm:t>
        <a:bodyPr/>
        <a:lstStyle/>
        <a:p>
          <a:endParaRPr lang="en-ID"/>
        </a:p>
      </dgm:t>
    </dgm:pt>
    <dgm:pt modelId="{ABBAC664-F3CC-4962-A820-A590CBE125F2}" type="pres">
      <dgm:prSet presAssocID="{40E739F1-943C-47D1-BF00-776C21BCF8E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A1122B-0EB8-429B-853F-73D79CDE7C58}" type="pres">
      <dgm:prSet presAssocID="{A0160D21-9AE0-43A0-BAB7-D9A3A804495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CAD0F0-5B89-4258-8C99-64F998F2D63C}" type="pres">
      <dgm:prSet presAssocID="{EFCB9AB0-BDF4-4D1A-9FCB-5610892C89A7}" presName="spacer" presStyleCnt="0"/>
      <dgm:spPr/>
    </dgm:pt>
    <dgm:pt modelId="{516BDC1B-6B33-447A-B482-E354FE8ABF63}" type="pres">
      <dgm:prSet presAssocID="{0D5B4DB5-7C46-415D-A3E0-837AAE89880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00A599-8E75-42EC-9117-78A2879CD2B8}" srcId="{40E739F1-943C-47D1-BF00-776C21BCF8E0}" destId="{A0160D21-9AE0-43A0-BAB7-D9A3A804495C}" srcOrd="0" destOrd="0" parTransId="{150F1AF6-899F-48C2-83BF-10B820C345AF}" sibTransId="{EFCB9AB0-BDF4-4D1A-9FCB-5610892C89A7}"/>
    <dgm:cxn modelId="{5297E567-7CB2-4CB3-AF10-282D043CC10C}" type="presOf" srcId="{40E739F1-943C-47D1-BF00-776C21BCF8E0}" destId="{ABBAC664-F3CC-4962-A820-A590CBE125F2}" srcOrd="0" destOrd="0" presId="urn:microsoft.com/office/officeart/2005/8/layout/vList2"/>
    <dgm:cxn modelId="{82FC10A6-935D-4818-AFD1-93DA56D3D35C}" type="presOf" srcId="{0D5B4DB5-7C46-415D-A3E0-837AAE898804}" destId="{516BDC1B-6B33-447A-B482-E354FE8ABF63}" srcOrd="0" destOrd="0" presId="urn:microsoft.com/office/officeart/2005/8/layout/vList2"/>
    <dgm:cxn modelId="{3A633257-C975-4FA9-8433-AA00BE9610FC}" srcId="{40E739F1-943C-47D1-BF00-776C21BCF8E0}" destId="{0D5B4DB5-7C46-415D-A3E0-837AAE898804}" srcOrd="1" destOrd="0" parTransId="{7548C0EE-1AE7-4041-8121-09F554585511}" sibTransId="{238CD1EB-A095-4A60-B46C-0C30968DD32D}"/>
    <dgm:cxn modelId="{02C9B59D-813D-4907-86DF-B09FC55B55A4}" type="presOf" srcId="{A0160D21-9AE0-43A0-BAB7-D9A3A804495C}" destId="{99A1122B-0EB8-429B-853F-73D79CDE7C58}" srcOrd="0" destOrd="0" presId="urn:microsoft.com/office/officeart/2005/8/layout/vList2"/>
    <dgm:cxn modelId="{73A382A0-5657-4175-80F5-BA9C575846B6}" type="presParOf" srcId="{ABBAC664-F3CC-4962-A820-A590CBE125F2}" destId="{99A1122B-0EB8-429B-853F-73D79CDE7C58}" srcOrd="0" destOrd="0" presId="urn:microsoft.com/office/officeart/2005/8/layout/vList2"/>
    <dgm:cxn modelId="{50C92CC5-8EC3-40E4-B957-6B82ACC110B6}" type="presParOf" srcId="{ABBAC664-F3CC-4962-A820-A590CBE125F2}" destId="{12CAD0F0-5B89-4258-8C99-64F998F2D63C}" srcOrd="1" destOrd="0" presId="urn:microsoft.com/office/officeart/2005/8/layout/vList2"/>
    <dgm:cxn modelId="{C35CA1C7-554F-4F5E-9EFF-7B7F8F1B38B4}" type="presParOf" srcId="{ABBAC664-F3CC-4962-A820-A590CBE125F2}" destId="{516BDC1B-6B33-447A-B482-E354FE8ABF6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592ECFE-1858-41CB-ACC7-3D634630131D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D"/>
        </a:p>
      </dgm:t>
    </dgm:pt>
    <dgm:pt modelId="{11AFDA67-ECBF-4E25-BD46-75B281E2E18D}">
      <dgm:prSet/>
      <dgm:spPr/>
      <dgm:t>
        <a:bodyPr/>
        <a:lstStyle/>
        <a:p>
          <a:r>
            <a:rPr lang="en-ID" b="0" i="0" dirty="0" err="1"/>
            <a:t>Suatu</a:t>
          </a:r>
          <a:r>
            <a:rPr lang="en-ID" b="0" i="0" dirty="0"/>
            <a:t> </a:t>
          </a:r>
          <a:r>
            <a:rPr lang="en-ID" b="0" i="0" dirty="0" err="1"/>
            <a:t>organisasi</a:t>
          </a:r>
          <a:r>
            <a:rPr lang="en-ID" b="0" i="0" dirty="0"/>
            <a:t> </a:t>
          </a:r>
          <a:r>
            <a:rPr lang="en-ID" b="0" i="0" dirty="0" err="1"/>
            <a:t>membutuhkan</a:t>
          </a:r>
          <a:r>
            <a:rPr lang="en-ID" b="0" i="0" dirty="0"/>
            <a:t> </a:t>
          </a:r>
          <a:r>
            <a:rPr lang="en-ID" b="0" i="0" dirty="0" err="1"/>
            <a:t>suatu</a:t>
          </a:r>
          <a:r>
            <a:rPr lang="en-ID" b="0" i="0" dirty="0"/>
            <a:t> </a:t>
          </a:r>
          <a:r>
            <a:rPr lang="en-ID" b="0" i="0" dirty="0" err="1"/>
            <a:t>alat</a:t>
          </a:r>
          <a:r>
            <a:rPr lang="en-ID" b="0" i="0" dirty="0"/>
            <a:t> </a:t>
          </a:r>
          <a:r>
            <a:rPr lang="en-ID" b="0" i="0" dirty="0" err="1"/>
            <a:t>untuk</a:t>
          </a:r>
          <a:r>
            <a:rPr lang="en-ID" b="0" i="0" dirty="0"/>
            <a:t> </a:t>
          </a:r>
          <a:r>
            <a:rPr lang="en-ID" b="0" i="0" dirty="0" err="1"/>
            <a:t>mengukur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</a:t>
          </a:r>
          <a:r>
            <a:rPr lang="en-ID" b="0" i="0" dirty="0" err="1"/>
            <a:t>setiap</a:t>
          </a:r>
          <a:r>
            <a:rPr lang="en-ID" b="0" i="0" dirty="0"/>
            <a:t> </a:t>
          </a:r>
          <a:r>
            <a:rPr lang="en-ID" b="0" i="0" dirty="0" err="1"/>
            <a:t>karyawan</a:t>
          </a:r>
          <a:r>
            <a:rPr lang="en-ID" b="0" i="0" dirty="0"/>
            <a:t>. </a:t>
          </a:r>
          <a:r>
            <a:rPr lang="en-ID" b="0" i="0" dirty="0" err="1"/>
            <a:t>Silahkan</a:t>
          </a:r>
          <a:r>
            <a:rPr lang="en-ID" b="0" i="0" dirty="0"/>
            <a:t> </a:t>
          </a:r>
          <a:r>
            <a:rPr lang="en-ID" b="0" i="0" dirty="0" err="1"/>
            <a:t>beri</a:t>
          </a:r>
          <a:r>
            <a:rPr lang="en-ID" b="0" i="0" dirty="0"/>
            <a:t> </a:t>
          </a:r>
          <a:r>
            <a:rPr lang="en-ID" b="0" i="0" dirty="0" err="1"/>
            <a:t>satu</a:t>
          </a:r>
          <a:r>
            <a:rPr lang="en-ID" b="0" i="0" dirty="0"/>
            <a:t> </a:t>
          </a:r>
          <a:r>
            <a:rPr lang="en-ID" b="0" i="0" dirty="0" err="1"/>
            <a:t>contoh</a:t>
          </a:r>
          <a:r>
            <a:rPr lang="en-ID" b="0" i="0" dirty="0"/>
            <a:t> </a:t>
          </a:r>
          <a:r>
            <a:rPr lang="en-ID" b="0" i="0" dirty="0" err="1"/>
            <a:t>sebuah</a:t>
          </a:r>
          <a:r>
            <a:rPr lang="en-ID" b="0" i="0" dirty="0"/>
            <a:t> system </a:t>
          </a:r>
          <a:r>
            <a:rPr lang="en-ID" b="0" i="0" dirty="0" err="1"/>
            <a:t>penilaian</a:t>
          </a:r>
          <a:r>
            <a:rPr lang="en-ID" b="0" i="0" dirty="0"/>
            <a:t> </a:t>
          </a:r>
          <a:r>
            <a:rPr lang="en-ID" b="0" i="0" dirty="0" err="1"/>
            <a:t>kinerja</a:t>
          </a:r>
          <a:r>
            <a:rPr lang="en-ID" b="0" i="0" dirty="0"/>
            <a:t> </a:t>
          </a:r>
          <a:r>
            <a:rPr lang="en-ID" b="0" i="0" dirty="0" err="1"/>
            <a:t>karyawan</a:t>
          </a:r>
          <a:r>
            <a:rPr lang="en-ID" b="0" i="0" dirty="0"/>
            <a:t> yang </a:t>
          </a:r>
          <a:r>
            <a:rPr lang="en-ID" b="0" i="0" dirty="0" err="1"/>
            <a:t>digunakan</a:t>
          </a:r>
          <a:r>
            <a:rPr lang="en-ID" b="0" i="0" dirty="0"/>
            <a:t> </a:t>
          </a:r>
          <a:r>
            <a:rPr lang="en-ID" dirty="0"/>
            <a:t>di </a:t>
          </a:r>
          <a:r>
            <a:rPr lang="en-ID" dirty="0" err="1"/>
            <a:t>sebuah</a:t>
          </a:r>
          <a:r>
            <a:rPr lang="en-ID" b="0" i="0" dirty="0"/>
            <a:t> </a:t>
          </a:r>
          <a:r>
            <a:rPr lang="en-ID" b="0" i="0" dirty="0" err="1"/>
            <a:t>perusahaan</a:t>
          </a:r>
          <a:r>
            <a:rPr lang="en-ID" b="0" i="0" dirty="0"/>
            <a:t>. </a:t>
          </a:r>
          <a:r>
            <a:rPr lang="en-ID" dirty="0" err="1"/>
            <a:t>Jelaskan</a:t>
          </a:r>
          <a:r>
            <a:rPr lang="en-ID" dirty="0"/>
            <a:t> instrument yang </a:t>
          </a:r>
          <a:r>
            <a:rPr lang="en-ID" dirty="0" err="1"/>
            <a:t>digunakan</a:t>
          </a:r>
          <a:r>
            <a:rPr lang="en-ID" dirty="0"/>
            <a:t> dan proses </a:t>
          </a:r>
          <a:r>
            <a:rPr lang="en-ID" dirty="0" err="1"/>
            <a:t>pelaksanaan</a:t>
          </a:r>
          <a:r>
            <a:rPr lang="en-ID" dirty="0"/>
            <a:t> </a:t>
          </a:r>
          <a:r>
            <a:rPr lang="en-ID" dirty="0" err="1"/>
            <a:t>penilaian</a:t>
          </a:r>
          <a:r>
            <a:rPr lang="en-ID" dirty="0"/>
            <a:t> </a:t>
          </a:r>
          <a:r>
            <a:rPr lang="en-ID" dirty="0" err="1"/>
            <a:t>kinerjanya</a:t>
          </a:r>
          <a:r>
            <a:rPr lang="en-ID" dirty="0"/>
            <a:t>. </a:t>
          </a:r>
        </a:p>
      </dgm:t>
    </dgm:pt>
    <dgm:pt modelId="{1DD2B94A-ABBD-4502-831C-A687004C6EB7}" type="parTrans" cxnId="{62B93CAA-753C-46E6-89F7-E41CE4DEDA84}">
      <dgm:prSet/>
      <dgm:spPr/>
      <dgm:t>
        <a:bodyPr/>
        <a:lstStyle/>
        <a:p>
          <a:endParaRPr lang="en-ID"/>
        </a:p>
      </dgm:t>
    </dgm:pt>
    <dgm:pt modelId="{433006BB-6B3A-4021-8249-A7C0061A1992}" type="sibTrans" cxnId="{62B93CAA-753C-46E6-89F7-E41CE4DEDA84}">
      <dgm:prSet/>
      <dgm:spPr/>
      <dgm:t>
        <a:bodyPr/>
        <a:lstStyle/>
        <a:p>
          <a:endParaRPr lang="en-ID"/>
        </a:p>
      </dgm:t>
    </dgm:pt>
    <dgm:pt modelId="{048BB866-EEAE-42B0-9099-D81469119EAE}">
      <dgm:prSet/>
      <dgm:spPr/>
      <dgm:t>
        <a:bodyPr/>
        <a:lstStyle/>
        <a:p>
          <a:r>
            <a:rPr lang="en-ID" dirty="0" err="1"/>
            <a:t>Unggah</a:t>
          </a:r>
          <a:r>
            <a:rPr lang="en-ID" dirty="0"/>
            <a:t> </a:t>
          </a:r>
          <a:r>
            <a:rPr lang="en-ID" dirty="0" err="1"/>
            <a:t>Laporan</a:t>
          </a:r>
          <a:r>
            <a:rPr lang="en-ID" dirty="0"/>
            <a:t> di menu </a:t>
          </a:r>
          <a:r>
            <a:rPr lang="en-ID" dirty="0" err="1"/>
            <a:t>Tugas</a:t>
          </a:r>
          <a:r>
            <a:rPr lang="en-ID" dirty="0"/>
            <a:t> di e-campus </a:t>
          </a:r>
          <a:r>
            <a:rPr lang="en-ID" dirty="0" err="1"/>
            <a:t>sesuai</a:t>
          </a:r>
          <a:r>
            <a:rPr lang="en-ID" dirty="0"/>
            <a:t> </a:t>
          </a:r>
          <a:r>
            <a:rPr lang="en-ID" dirty="0" err="1"/>
            <a:t>tenggat</a:t>
          </a:r>
          <a:r>
            <a:rPr lang="en-ID" dirty="0"/>
            <a:t> </a:t>
          </a:r>
          <a:r>
            <a:rPr lang="en-ID" dirty="0" err="1"/>
            <a:t>waktu</a:t>
          </a:r>
          <a:r>
            <a:rPr lang="en-ID" dirty="0"/>
            <a:t>.</a:t>
          </a:r>
        </a:p>
      </dgm:t>
    </dgm:pt>
    <dgm:pt modelId="{6107BF12-3D55-4C65-BB6A-CF9B61101B44}" type="parTrans" cxnId="{454A7055-BB9D-4533-A796-4B7610B0DFA3}">
      <dgm:prSet/>
      <dgm:spPr/>
      <dgm:t>
        <a:bodyPr/>
        <a:lstStyle/>
        <a:p>
          <a:endParaRPr lang="en-ID"/>
        </a:p>
      </dgm:t>
    </dgm:pt>
    <dgm:pt modelId="{55920643-4616-426E-8FE0-928CE8FB28D1}" type="sibTrans" cxnId="{454A7055-BB9D-4533-A796-4B7610B0DFA3}">
      <dgm:prSet/>
      <dgm:spPr/>
      <dgm:t>
        <a:bodyPr/>
        <a:lstStyle/>
        <a:p>
          <a:endParaRPr lang="en-ID"/>
        </a:p>
      </dgm:t>
    </dgm:pt>
    <dgm:pt modelId="{08A381D5-D74C-4E42-9048-D39A6C8C96AE}" type="pres">
      <dgm:prSet presAssocID="{8592ECFE-1858-41CB-ACC7-3D634630131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08476DC-A10A-42D9-85E5-46A67068DCD5}" type="pres">
      <dgm:prSet presAssocID="{11AFDA67-ECBF-4E25-BD46-75B281E2E18D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248740-29BB-42B9-A90E-77EB600A4472}" type="pres">
      <dgm:prSet presAssocID="{433006BB-6B3A-4021-8249-A7C0061A1992}" presName="spacer" presStyleCnt="0"/>
      <dgm:spPr/>
    </dgm:pt>
    <dgm:pt modelId="{A124FC49-64F5-495E-BBB6-15190165EF58}" type="pres">
      <dgm:prSet presAssocID="{048BB866-EEAE-42B0-9099-D81469119EAE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76B5BC4-6F22-4F48-9A9C-6E07B99F3881}" type="presOf" srcId="{8592ECFE-1858-41CB-ACC7-3D634630131D}" destId="{08A381D5-D74C-4E42-9048-D39A6C8C96AE}" srcOrd="0" destOrd="0" presId="urn:microsoft.com/office/officeart/2005/8/layout/vList2"/>
    <dgm:cxn modelId="{48B35C55-915A-406E-922B-2FE698BC2F16}" type="presOf" srcId="{11AFDA67-ECBF-4E25-BD46-75B281E2E18D}" destId="{C08476DC-A10A-42D9-85E5-46A67068DCD5}" srcOrd="0" destOrd="0" presId="urn:microsoft.com/office/officeart/2005/8/layout/vList2"/>
    <dgm:cxn modelId="{454A7055-BB9D-4533-A796-4B7610B0DFA3}" srcId="{8592ECFE-1858-41CB-ACC7-3D634630131D}" destId="{048BB866-EEAE-42B0-9099-D81469119EAE}" srcOrd="1" destOrd="0" parTransId="{6107BF12-3D55-4C65-BB6A-CF9B61101B44}" sibTransId="{55920643-4616-426E-8FE0-928CE8FB28D1}"/>
    <dgm:cxn modelId="{48E10259-E83C-4FB6-83BE-2BB17E185450}" type="presOf" srcId="{048BB866-EEAE-42B0-9099-D81469119EAE}" destId="{A124FC49-64F5-495E-BBB6-15190165EF58}" srcOrd="0" destOrd="0" presId="urn:microsoft.com/office/officeart/2005/8/layout/vList2"/>
    <dgm:cxn modelId="{62B93CAA-753C-46E6-89F7-E41CE4DEDA84}" srcId="{8592ECFE-1858-41CB-ACC7-3D634630131D}" destId="{11AFDA67-ECBF-4E25-BD46-75B281E2E18D}" srcOrd="0" destOrd="0" parTransId="{1DD2B94A-ABBD-4502-831C-A687004C6EB7}" sibTransId="{433006BB-6B3A-4021-8249-A7C0061A1992}"/>
    <dgm:cxn modelId="{75038468-F8F3-40CE-986E-59779535C58A}" type="presParOf" srcId="{08A381D5-D74C-4E42-9048-D39A6C8C96AE}" destId="{C08476DC-A10A-42D9-85E5-46A67068DCD5}" srcOrd="0" destOrd="0" presId="urn:microsoft.com/office/officeart/2005/8/layout/vList2"/>
    <dgm:cxn modelId="{EC777B69-CE88-41D8-AFC2-DD2169742431}" type="presParOf" srcId="{08A381D5-D74C-4E42-9048-D39A6C8C96AE}" destId="{42248740-29BB-42B9-A90E-77EB600A4472}" srcOrd="1" destOrd="0" presId="urn:microsoft.com/office/officeart/2005/8/layout/vList2"/>
    <dgm:cxn modelId="{8C5BD488-28C7-4AE6-9300-B7DAF4EB1844}" type="presParOf" srcId="{08A381D5-D74C-4E42-9048-D39A6C8C96AE}" destId="{A124FC49-64F5-495E-BBB6-15190165EF5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E03C8-289A-4566-983D-B1CCC173B094}">
      <dsp:nvSpPr>
        <dsp:cNvPr id="0" name=""/>
        <dsp:cNvSpPr/>
      </dsp:nvSpPr>
      <dsp:spPr>
        <a:xfrm>
          <a:off x="0" y="34114"/>
          <a:ext cx="7596463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D" sz="2800" kern="1200"/>
        </a:p>
      </dsp:txBody>
      <dsp:txXfrm>
        <a:off x="25587" y="59701"/>
        <a:ext cx="7545289" cy="472986"/>
      </dsp:txXfrm>
    </dsp:sp>
    <dsp:sp modelId="{DEEE229E-23E5-4994-8280-5C15E33BF879}">
      <dsp:nvSpPr>
        <dsp:cNvPr id="0" name=""/>
        <dsp:cNvSpPr/>
      </dsp:nvSpPr>
      <dsp:spPr>
        <a:xfrm>
          <a:off x="0" y="558274"/>
          <a:ext cx="7596463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18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i-FI" sz="2200" b="0" i="0" kern="1200" baseline="0" dirty="0"/>
            <a:t>Pengertian Manajemen  Penilaian </a:t>
          </a:r>
          <a:r>
            <a:rPr lang="fi-FI" sz="2200" kern="1200" dirty="0"/>
            <a:t>K</a:t>
          </a:r>
          <a:r>
            <a:rPr lang="fi-FI" sz="2200" b="0" i="0" kern="1200" baseline="0" dirty="0"/>
            <a:t>inerja</a:t>
          </a:r>
          <a:endParaRPr lang="en-ID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fi-FI" sz="2200" b="0" i="0" kern="1200" baseline="0" dirty="0"/>
            <a:t>Tujuan Manajemen  Penilaian </a:t>
          </a:r>
          <a:r>
            <a:rPr lang="fi-FI" sz="2200" kern="1200" dirty="0"/>
            <a:t>K</a:t>
          </a:r>
          <a:r>
            <a:rPr lang="fi-FI" sz="2200" b="0" i="0" kern="1200" baseline="0" dirty="0"/>
            <a:t>inerja </a:t>
          </a:r>
          <a:endParaRPr lang="en-ID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D" sz="2200" b="0" i="0" kern="1200" baseline="0" dirty="0" err="1"/>
            <a:t>Permasalahan</a:t>
          </a:r>
          <a:r>
            <a:rPr lang="en-ID" sz="2200" b="0" i="0" kern="1200" baseline="0" dirty="0"/>
            <a:t> </a:t>
          </a:r>
          <a:r>
            <a:rPr lang="en-ID" sz="2200" b="0" i="0" kern="1200" baseline="0" dirty="0" err="1"/>
            <a:t>dalam</a:t>
          </a:r>
          <a:r>
            <a:rPr lang="en-ID" sz="2200" b="0" i="0" kern="1200" baseline="0" dirty="0"/>
            <a:t> </a:t>
          </a:r>
          <a:r>
            <a:rPr lang="en-ID" sz="2200" kern="1200" dirty="0" err="1"/>
            <a:t>P</a:t>
          </a:r>
          <a:r>
            <a:rPr lang="en-ID" sz="2200" b="0" i="0" kern="1200" baseline="0" dirty="0" err="1"/>
            <a:t>enilaian</a:t>
          </a:r>
          <a:r>
            <a:rPr lang="en-ID" sz="2200" b="0" i="0" kern="1200" baseline="0" dirty="0"/>
            <a:t> </a:t>
          </a:r>
          <a:r>
            <a:rPr lang="en-ID" sz="2200" kern="1200" dirty="0"/>
            <a:t>K</a:t>
          </a:r>
          <a:r>
            <a:rPr lang="en-ID" sz="2200" b="0" i="0" kern="1200" baseline="0" dirty="0"/>
            <a:t>inerja </a:t>
          </a:r>
          <a:endParaRPr lang="en-ID" sz="2200" kern="1200" dirty="0"/>
        </a:p>
      </dsp:txBody>
      <dsp:txXfrm>
        <a:off x="0" y="558274"/>
        <a:ext cx="7596463" cy="1130220"/>
      </dsp:txXfrm>
    </dsp:sp>
    <dsp:sp modelId="{74D8C84C-4BCC-4A90-A582-925864D43D6B}">
      <dsp:nvSpPr>
        <dsp:cNvPr id="0" name=""/>
        <dsp:cNvSpPr/>
      </dsp:nvSpPr>
      <dsp:spPr>
        <a:xfrm>
          <a:off x="0" y="1688494"/>
          <a:ext cx="7596463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D" sz="2800" kern="1200" dirty="0"/>
        </a:p>
      </dsp:txBody>
      <dsp:txXfrm>
        <a:off x="25587" y="1714081"/>
        <a:ext cx="7545289" cy="472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9A2472-E309-4231-92BB-4DB084006A96}">
      <dsp:nvSpPr>
        <dsp:cNvPr id="0" name=""/>
        <dsp:cNvSpPr/>
      </dsp:nvSpPr>
      <dsp:spPr>
        <a:xfrm>
          <a:off x="0" y="0"/>
          <a:ext cx="2062103" cy="206210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1ADB7-F9BE-4BC7-88EC-21B670A1A98E}">
      <dsp:nvSpPr>
        <dsp:cNvPr id="0" name=""/>
        <dsp:cNvSpPr/>
      </dsp:nvSpPr>
      <dsp:spPr>
        <a:xfrm>
          <a:off x="1031051" y="0"/>
          <a:ext cx="7682883" cy="20621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3200" b="1" i="0" kern="1200"/>
            <a:t>Aktivitas untuk memastikan agar </a:t>
          </a:r>
          <a:r>
            <a:rPr lang="en-ID" sz="3200" b="1" kern="1200"/>
            <a:t>T</a:t>
          </a:r>
          <a:r>
            <a:rPr lang="en-ID" sz="3200" b="1" i="0" kern="1200"/>
            <a:t>ujuan </a:t>
          </a:r>
          <a:r>
            <a:rPr lang="en-ID" sz="3200" b="1" kern="1200"/>
            <a:t>O</a:t>
          </a:r>
          <a:r>
            <a:rPr lang="en-ID" sz="3200" b="1" i="0" kern="1200"/>
            <a:t>rganisasi dicapai secara </a:t>
          </a:r>
          <a:r>
            <a:rPr lang="en-ID" sz="3200" b="1" kern="1200"/>
            <a:t>K</a:t>
          </a:r>
          <a:r>
            <a:rPr lang="en-ID" sz="3200" b="1" i="0" kern="1200"/>
            <a:t>onsisten melalui Proses </a:t>
          </a:r>
          <a:r>
            <a:rPr lang="en-ID" sz="3200" b="1" kern="1200"/>
            <a:t>P</a:t>
          </a:r>
          <a:r>
            <a:rPr lang="en-ID" sz="3200" b="1" i="0" kern="1200"/>
            <a:t>erencanaan, </a:t>
          </a:r>
          <a:r>
            <a:rPr lang="en-ID" sz="3200" b="1" kern="1200"/>
            <a:t>P</a:t>
          </a:r>
          <a:r>
            <a:rPr lang="en-ID" sz="3200" b="1" i="0" kern="1200"/>
            <a:t>elaksanaan, </a:t>
          </a:r>
          <a:r>
            <a:rPr lang="en-ID" sz="3200" b="1" kern="1200"/>
            <a:t>E</a:t>
          </a:r>
          <a:r>
            <a:rPr lang="en-ID" sz="3200" b="1" i="0" kern="1200"/>
            <a:t>valuasi dan </a:t>
          </a:r>
          <a:r>
            <a:rPr lang="en-ID" sz="3200" b="1" kern="1200"/>
            <a:t>P</a:t>
          </a:r>
          <a:r>
            <a:rPr lang="en-ID" sz="3200" b="1" i="0" kern="1200"/>
            <a:t>enilaian </a:t>
          </a:r>
          <a:r>
            <a:rPr lang="en-ID" sz="3200" b="1" kern="1200"/>
            <a:t>K</a:t>
          </a:r>
          <a:r>
            <a:rPr lang="en-ID" sz="3200" b="1" i="0" kern="1200"/>
            <a:t>inerja </a:t>
          </a:r>
          <a:r>
            <a:rPr lang="en-ID" sz="3200" b="1" kern="1200"/>
            <a:t>P</a:t>
          </a:r>
          <a:r>
            <a:rPr lang="en-ID" sz="3200" b="1" i="0" kern="1200"/>
            <a:t>erangkat Organisasi.</a:t>
          </a:r>
          <a:endParaRPr lang="en-ID" sz="3200" kern="1200"/>
        </a:p>
      </dsp:txBody>
      <dsp:txXfrm>
        <a:off x="1031051" y="0"/>
        <a:ext cx="7682883" cy="20621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C0253-103F-46D5-A156-C3CE1C4E5943}">
      <dsp:nvSpPr>
        <dsp:cNvPr id="0" name=""/>
        <dsp:cNvSpPr/>
      </dsp:nvSpPr>
      <dsp:spPr>
        <a:xfrm>
          <a:off x="0" y="11033"/>
          <a:ext cx="8169483" cy="228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3200" b="0" i="0" kern="1200"/>
            <a:t>Untuk meningkatkan </a:t>
          </a:r>
          <a:r>
            <a:rPr lang="en-ID" sz="3200" kern="1200"/>
            <a:t>K</a:t>
          </a:r>
          <a:r>
            <a:rPr lang="en-ID" sz="3200" b="0" i="0" kern="1200"/>
            <a:t>inerja </a:t>
          </a:r>
          <a:r>
            <a:rPr lang="en-ID" sz="3200" kern="1200"/>
            <a:t>O</a:t>
          </a:r>
          <a:r>
            <a:rPr lang="en-ID" sz="3200" b="0" i="0" kern="1200"/>
            <a:t>rganisasi, </a:t>
          </a:r>
          <a:r>
            <a:rPr lang="en-ID" sz="3200" kern="1200"/>
            <a:t>T</a:t>
          </a:r>
          <a:r>
            <a:rPr lang="en-ID" sz="3200" b="0" i="0" kern="1200"/>
            <a:t>im dan </a:t>
          </a:r>
          <a:r>
            <a:rPr lang="en-ID" sz="3200" kern="1200"/>
            <a:t>I</a:t>
          </a:r>
          <a:r>
            <a:rPr lang="en-ID" sz="3200" b="0" i="0" kern="1200"/>
            <a:t>ndividu dalam suatu keterkaitan, agar </a:t>
          </a:r>
          <a:r>
            <a:rPr lang="en-ID" sz="3200" kern="1200"/>
            <a:t>M</a:t>
          </a:r>
          <a:r>
            <a:rPr lang="en-ID" sz="3200" b="0" i="0" kern="1200"/>
            <a:t>encapai </a:t>
          </a:r>
          <a:r>
            <a:rPr lang="en-ID" sz="3200" kern="1200"/>
            <a:t>T</a:t>
          </a:r>
          <a:r>
            <a:rPr lang="en-ID" sz="3200" b="0" i="0" kern="1200"/>
            <a:t>ujuan </a:t>
          </a:r>
          <a:r>
            <a:rPr lang="en-ID" sz="3200" kern="1200"/>
            <a:t>O</a:t>
          </a:r>
          <a:r>
            <a:rPr lang="en-ID" sz="3200" b="0" i="0" kern="1200"/>
            <a:t>rganisasi yang telah ditetapkan sebelumnya</a:t>
          </a:r>
          <a:endParaRPr lang="en-ID" sz="3200" kern="1200"/>
        </a:p>
      </dsp:txBody>
      <dsp:txXfrm>
        <a:off x="111488" y="122521"/>
        <a:ext cx="7946507" cy="20608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4B3E9C-F3BD-4B71-98F2-07FBB7F9677C}">
      <dsp:nvSpPr>
        <dsp:cNvPr id="0" name=""/>
        <dsp:cNvSpPr/>
      </dsp:nvSpPr>
      <dsp:spPr>
        <a:xfrm>
          <a:off x="0" y="2313"/>
          <a:ext cx="98794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4184C-F7B5-4461-A7A0-D582B8FE6727}">
      <dsp:nvSpPr>
        <dsp:cNvPr id="0" name=""/>
        <dsp:cNvSpPr/>
      </dsp:nvSpPr>
      <dsp:spPr>
        <a:xfrm>
          <a:off x="0" y="2313"/>
          <a:ext cx="9879494" cy="78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100" kern="1200" dirty="0"/>
            <a:t>1. </a:t>
          </a:r>
          <a:r>
            <a:rPr lang="en-ID" sz="2100" b="0" i="0" kern="1200" dirty="0"/>
            <a:t>Perusahaan </a:t>
          </a:r>
          <a:r>
            <a:rPr lang="en-ID" sz="2100" b="0" i="0" kern="1200" dirty="0" err="1"/>
            <a:t>memiliki</a:t>
          </a:r>
          <a:r>
            <a:rPr lang="en-ID" sz="2100" b="0" i="0" kern="1200" dirty="0"/>
            <a:t> </a:t>
          </a:r>
          <a:r>
            <a:rPr lang="en-ID" sz="2100" b="0" i="0" kern="1200" dirty="0" err="1"/>
            <a:t>indikator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kinerja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utama</a:t>
          </a:r>
          <a:r>
            <a:rPr lang="en-ID" sz="2100" b="0" i="0" kern="1200" dirty="0"/>
            <a:t> (key </a:t>
          </a:r>
          <a:r>
            <a:rPr lang="en-ID" sz="2100" b="0" i="0" kern="1200" dirty="0" err="1"/>
            <a:t>perfomance</a:t>
          </a:r>
          <a:r>
            <a:rPr lang="en-ID" sz="2100" b="0" i="0" kern="1200" dirty="0"/>
            <a:t> indicator) yang      </a:t>
          </a:r>
          <a:r>
            <a:rPr lang="en-ID" sz="2100" b="0" i="0" kern="1200" dirty="0" err="1"/>
            <a:t>terukur</a:t>
          </a:r>
          <a:r>
            <a:rPr lang="en-ID" sz="2100" b="0" i="0" kern="1200" dirty="0"/>
            <a:t> </a:t>
          </a:r>
          <a:r>
            <a:rPr lang="en-ID" sz="2100" b="0" i="0" kern="1200" dirty="0" err="1"/>
            <a:t>secara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kuantitatif</a:t>
          </a:r>
          <a:r>
            <a:rPr lang="en-ID" sz="2100" b="0" i="0" kern="1200" dirty="0"/>
            <a:t>, </a:t>
          </a:r>
          <a:r>
            <a:rPr lang="en-ID" sz="2100" b="0" i="0" kern="1200" dirty="0" err="1"/>
            <a:t>memiliki</a:t>
          </a:r>
          <a:r>
            <a:rPr lang="en-ID" sz="2100" b="0" i="0" kern="1200" dirty="0"/>
            <a:t> target yang </a:t>
          </a:r>
          <a:r>
            <a:rPr lang="en-ID" sz="2100" b="0" i="0" kern="1200" dirty="0" err="1"/>
            <a:t>ingin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dicapai</a:t>
          </a:r>
          <a:r>
            <a:rPr lang="en-ID" sz="2100" b="0" i="0" kern="1200" dirty="0"/>
            <a:t>, dan </a:t>
          </a:r>
          <a:r>
            <a:rPr lang="en-ID" sz="2100" b="0" i="0" kern="1200" dirty="0" err="1"/>
            <a:t>jelas</a:t>
          </a:r>
          <a:r>
            <a:rPr lang="en-ID" sz="2100" b="0" i="0" kern="1200" dirty="0"/>
            <a:t> </a:t>
          </a:r>
          <a:r>
            <a:rPr lang="en-ID" sz="2100" b="0" i="0" kern="1200" dirty="0" err="1"/>
            <a:t>batas</a:t>
          </a:r>
          <a:r>
            <a:rPr lang="en-ID" sz="2100" b="0" i="0" kern="1200" dirty="0"/>
            <a:t> </a:t>
          </a:r>
          <a:r>
            <a:rPr lang="en-ID" sz="2100" b="0" i="0" kern="1200" dirty="0" err="1"/>
            <a:t>waktunya</a:t>
          </a:r>
          <a:r>
            <a:rPr lang="en-ID" sz="2100" b="0" i="0" kern="1200" dirty="0"/>
            <a:t>.</a:t>
          </a:r>
          <a:endParaRPr lang="en-ID" sz="2100" kern="1200" dirty="0"/>
        </a:p>
      </dsp:txBody>
      <dsp:txXfrm>
        <a:off x="0" y="2313"/>
        <a:ext cx="9879494" cy="788740"/>
      </dsp:txXfrm>
    </dsp:sp>
    <dsp:sp modelId="{17F38DC5-7E4A-4D27-95AA-991A92C8D730}">
      <dsp:nvSpPr>
        <dsp:cNvPr id="0" name=""/>
        <dsp:cNvSpPr/>
      </dsp:nvSpPr>
      <dsp:spPr>
        <a:xfrm>
          <a:off x="0" y="791054"/>
          <a:ext cx="98794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9134D-3F3B-4EEF-B228-01E28D5A9252}">
      <dsp:nvSpPr>
        <dsp:cNvPr id="0" name=""/>
        <dsp:cNvSpPr/>
      </dsp:nvSpPr>
      <dsp:spPr>
        <a:xfrm>
          <a:off x="0" y="791054"/>
          <a:ext cx="9879494" cy="78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100" b="0" i="0" kern="1200" dirty="0"/>
            <a:t>2. </a:t>
          </a:r>
          <a:r>
            <a:rPr lang="en-ID" sz="2100" b="0" i="0" kern="1200" dirty="0" err="1"/>
            <a:t>Terdapat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kontrak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kinerja</a:t>
          </a:r>
          <a:r>
            <a:rPr lang="en-ID" sz="2100" b="0" i="0" kern="1200" dirty="0"/>
            <a:t>, di mana </a:t>
          </a:r>
          <a:r>
            <a:rPr lang="en-ID" sz="2100" b="0" i="0" kern="1200" dirty="0" err="1"/>
            <a:t>ukuran-ukuran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kinerja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dituangkan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dalam</a:t>
          </a:r>
          <a:r>
            <a:rPr lang="en-ID" sz="2100" b="0" i="0" kern="1200" dirty="0"/>
            <a:t> </a:t>
          </a:r>
          <a:r>
            <a:rPr lang="en-ID" sz="2100" b="0" i="0" kern="1200" dirty="0" err="1"/>
            <a:t>bentuk</a:t>
          </a:r>
          <a:r>
            <a:rPr lang="en-ID" sz="2100" b="0" i="0" kern="1200" dirty="0"/>
            <a:t> </a:t>
          </a:r>
          <a:r>
            <a:rPr lang="en-ID" sz="2100" kern="1200" dirty="0" err="1"/>
            <a:t>kes</a:t>
          </a:r>
          <a:r>
            <a:rPr lang="en-ID" sz="2100" b="0" i="0" kern="1200" dirty="0" err="1"/>
            <a:t>epakatan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antara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bawahan</a:t>
          </a:r>
          <a:r>
            <a:rPr lang="en-ID" sz="2100" b="0" i="0" kern="1200" dirty="0"/>
            <a:t> dan </a:t>
          </a:r>
          <a:r>
            <a:rPr lang="en-ID" sz="2100" b="0" i="0" kern="1200" dirty="0" err="1"/>
            <a:t>atasan</a:t>
          </a:r>
          <a:r>
            <a:rPr lang="en-ID" sz="2100" b="0" i="0" kern="1200" dirty="0"/>
            <a:t>.</a:t>
          </a:r>
          <a:endParaRPr lang="en-ID" sz="2100" kern="1200" dirty="0"/>
        </a:p>
      </dsp:txBody>
      <dsp:txXfrm>
        <a:off x="0" y="791054"/>
        <a:ext cx="9879494" cy="788740"/>
      </dsp:txXfrm>
    </dsp:sp>
    <dsp:sp modelId="{7318CDDD-7A9E-4A5F-8012-2A493A3D1F4A}">
      <dsp:nvSpPr>
        <dsp:cNvPr id="0" name=""/>
        <dsp:cNvSpPr/>
      </dsp:nvSpPr>
      <dsp:spPr>
        <a:xfrm>
          <a:off x="0" y="1579795"/>
          <a:ext cx="98794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72649-017E-4047-A966-11D024021872}">
      <dsp:nvSpPr>
        <dsp:cNvPr id="0" name=""/>
        <dsp:cNvSpPr/>
      </dsp:nvSpPr>
      <dsp:spPr>
        <a:xfrm>
          <a:off x="0" y="1579795"/>
          <a:ext cx="9879494" cy="78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100" kern="1200" dirty="0"/>
            <a:t>3. </a:t>
          </a:r>
          <a:r>
            <a:rPr lang="en-ID" sz="2100" b="0" i="0" kern="1200" dirty="0" err="1"/>
            <a:t>Terdapat</a:t>
          </a:r>
          <a:r>
            <a:rPr lang="en-ID" sz="2100" b="0" i="0" kern="1200" dirty="0"/>
            <a:t> </a:t>
          </a:r>
          <a:r>
            <a:rPr lang="en-ID" sz="2100" b="0" i="0" kern="1200" dirty="0" err="1"/>
            <a:t>siklus</a:t>
          </a:r>
          <a:r>
            <a:rPr lang="en-ID" sz="2100" b="0" i="0" kern="1200" dirty="0"/>
            <a:t> </a:t>
          </a:r>
          <a:r>
            <a:rPr lang="en-ID" sz="2100" b="0" i="0" kern="1200" dirty="0" err="1"/>
            <a:t>manajemen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kinerja</a:t>
          </a:r>
          <a:r>
            <a:rPr lang="en-ID" sz="2100" b="0" i="0" kern="1200" dirty="0"/>
            <a:t> yang </a:t>
          </a:r>
          <a:r>
            <a:rPr lang="en-ID" sz="2100" b="0" i="0" kern="1200" dirty="0" err="1"/>
            <a:t>baku</a:t>
          </a:r>
          <a:r>
            <a:rPr lang="en-ID" sz="2100" b="0" i="0" kern="1200" dirty="0"/>
            <a:t> dan </a:t>
          </a:r>
          <a:r>
            <a:rPr lang="en-ID" sz="2100" b="0" i="0" kern="1200" dirty="0" err="1"/>
            <a:t>dipatuhi</a:t>
          </a:r>
          <a:r>
            <a:rPr lang="en-ID" sz="2100" b="0" i="0" kern="1200" dirty="0"/>
            <a:t> </a:t>
          </a:r>
          <a:r>
            <a:rPr lang="en-ID" sz="2100" b="0" i="0" kern="1200" dirty="0" err="1"/>
            <a:t>seluruh</a:t>
          </a:r>
          <a:r>
            <a:rPr lang="en-ID" sz="2100" b="0" i="0" kern="1200" dirty="0"/>
            <a:t> </a:t>
          </a:r>
          <a:r>
            <a:rPr lang="en-ID" sz="2100" b="0" i="0" kern="1200" dirty="0" err="1"/>
            <a:t>elemen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perusahaan</a:t>
          </a:r>
          <a:r>
            <a:rPr lang="en-ID" sz="2100" b="0" i="0" kern="1200" dirty="0"/>
            <a:t>, </a:t>
          </a:r>
          <a:r>
            <a:rPr lang="en-ID" sz="2100" b="0" i="0" kern="1200" dirty="0" err="1"/>
            <a:t>yaitu</a:t>
          </a:r>
          <a:r>
            <a:rPr lang="en-ID" sz="2100" b="0" i="0" kern="1200" dirty="0"/>
            <a:t> </a:t>
          </a:r>
          <a:r>
            <a:rPr lang="en-ID" sz="2100" b="0" i="0" kern="1200" dirty="0" err="1"/>
            <a:t>berupa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perencanaan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kinerja</a:t>
          </a:r>
          <a:r>
            <a:rPr lang="en-ID" sz="2100" b="0" i="0" kern="1200" dirty="0"/>
            <a:t>, </a:t>
          </a:r>
          <a:r>
            <a:rPr lang="en-ID" sz="2100" b="0" i="0" kern="1200" dirty="0" err="1"/>
            <a:t>pelaksanaan</a:t>
          </a:r>
          <a:r>
            <a:rPr lang="en-ID" sz="2100" b="0" i="0" kern="1200" dirty="0"/>
            <a:t>, </a:t>
          </a:r>
          <a:r>
            <a:rPr lang="en-ID" sz="2100" b="0" i="0" kern="1200" dirty="0" err="1"/>
            <a:t>pengawasan</a:t>
          </a:r>
          <a:r>
            <a:rPr lang="en-ID" sz="2100" b="0" i="0" kern="1200" dirty="0"/>
            <a:t>, dan </a:t>
          </a:r>
          <a:r>
            <a:rPr lang="en-ID" sz="2100" b="0" i="0" kern="1200" dirty="0" err="1"/>
            <a:t>evaluasi</a:t>
          </a:r>
          <a:r>
            <a:rPr lang="en-ID" sz="2100" b="0" i="0" kern="1200" dirty="0"/>
            <a:t>.</a:t>
          </a:r>
          <a:endParaRPr lang="en-ID" sz="2100" kern="1200" dirty="0"/>
        </a:p>
      </dsp:txBody>
      <dsp:txXfrm>
        <a:off x="0" y="1579795"/>
        <a:ext cx="9879494" cy="788740"/>
      </dsp:txXfrm>
    </dsp:sp>
    <dsp:sp modelId="{7400EC5C-25EE-48C5-A9C2-8C9F7A047E06}">
      <dsp:nvSpPr>
        <dsp:cNvPr id="0" name=""/>
        <dsp:cNvSpPr/>
      </dsp:nvSpPr>
      <dsp:spPr>
        <a:xfrm>
          <a:off x="0" y="2368536"/>
          <a:ext cx="98794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9367A-F665-4D74-B9EA-0A27F65C0699}">
      <dsp:nvSpPr>
        <dsp:cNvPr id="0" name=""/>
        <dsp:cNvSpPr/>
      </dsp:nvSpPr>
      <dsp:spPr>
        <a:xfrm>
          <a:off x="0" y="2368536"/>
          <a:ext cx="9879494" cy="78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100" kern="1200" dirty="0"/>
            <a:t>4. </a:t>
          </a:r>
          <a:r>
            <a:rPr lang="en-ID" sz="2100" b="0" i="0" kern="1200" dirty="0" err="1"/>
            <a:t>Terdapat</a:t>
          </a:r>
          <a:r>
            <a:rPr lang="en-ID" sz="2100" b="0" i="0" kern="1200" dirty="0"/>
            <a:t> </a:t>
          </a:r>
          <a:r>
            <a:rPr lang="en-ID" sz="2100" b="0" i="0" kern="1200" dirty="0" err="1"/>
            <a:t>pemberian</a:t>
          </a:r>
          <a:r>
            <a:rPr lang="en-ID" sz="2100" b="0" i="0" kern="1200" dirty="0"/>
            <a:t> reward dan punishment yang </a:t>
          </a:r>
          <a:r>
            <a:rPr lang="en-ID" sz="2100" b="0" i="0" kern="1200" dirty="0" err="1"/>
            <a:t>sifatnya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membangun</a:t>
          </a:r>
          <a:r>
            <a:rPr lang="en-ID" sz="2100" b="0" i="0" kern="1200" dirty="0"/>
            <a:t> dan </a:t>
          </a:r>
          <a:r>
            <a:rPr lang="en-ID" sz="2100" b="0" i="0" kern="1200" dirty="0" err="1"/>
            <a:t>konsisten</a:t>
          </a:r>
          <a:r>
            <a:rPr lang="en-ID" sz="2100" b="0" i="0" kern="1200" dirty="0"/>
            <a:t> di </a:t>
          </a:r>
          <a:r>
            <a:rPr lang="en-ID" sz="2100" b="0" i="0" kern="1200" dirty="0" err="1"/>
            <a:t>dalam</a:t>
          </a:r>
          <a:r>
            <a:rPr lang="en-ID" sz="2100" b="0" i="0" kern="1200" dirty="0"/>
            <a:t> </a:t>
          </a:r>
          <a:r>
            <a:rPr lang="en-ID" sz="2100" b="0" i="0" kern="1200" dirty="0" err="1"/>
            <a:t>perusahaan</a:t>
          </a:r>
          <a:r>
            <a:rPr lang="en-ID" sz="2100" b="0" i="0" kern="1200" dirty="0"/>
            <a:t>.</a:t>
          </a:r>
          <a:endParaRPr lang="en-ID" sz="2100" kern="1200" dirty="0"/>
        </a:p>
      </dsp:txBody>
      <dsp:txXfrm>
        <a:off x="0" y="2368536"/>
        <a:ext cx="9879494" cy="788740"/>
      </dsp:txXfrm>
    </dsp:sp>
    <dsp:sp modelId="{A939E5E3-70E2-4BF4-8910-D63379DF67D8}">
      <dsp:nvSpPr>
        <dsp:cNvPr id="0" name=""/>
        <dsp:cNvSpPr/>
      </dsp:nvSpPr>
      <dsp:spPr>
        <a:xfrm>
          <a:off x="0" y="3157276"/>
          <a:ext cx="98794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3A40F-85AC-4DCB-90D6-F45F59B2A970}">
      <dsp:nvSpPr>
        <dsp:cNvPr id="0" name=""/>
        <dsp:cNvSpPr/>
      </dsp:nvSpPr>
      <dsp:spPr>
        <a:xfrm>
          <a:off x="0" y="3157276"/>
          <a:ext cx="9879494" cy="78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100" kern="1200" dirty="0"/>
            <a:t>5. </a:t>
          </a:r>
          <a:r>
            <a:rPr lang="en-ID" sz="2100" b="0" i="0" kern="1200" dirty="0" err="1"/>
            <a:t>Adanya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dedikasi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kepemimpinan</a:t>
          </a:r>
          <a:r>
            <a:rPr lang="en-ID" sz="2100" b="0" i="0" kern="1200" dirty="0"/>
            <a:t> yang </a:t>
          </a:r>
          <a:r>
            <a:rPr lang="en-ID" sz="2100" b="0" i="0" kern="1200" dirty="0" err="1"/>
            <a:t>kuat</a:t>
          </a:r>
          <a:r>
            <a:rPr lang="en-ID" sz="2100" b="0" i="0" kern="1200" dirty="0"/>
            <a:t> di </a:t>
          </a:r>
          <a:r>
            <a:rPr lang="en-ID" sz="2100" b="0" i="0" kern="1200" dirty="0" err="1"/>
            <a:t>tingkat</a:t>
          </a:r>
          <a:r>
            <a:rPr lang="en-ID" sz="2100" b="0" i="0" kern="1200" dirty="0"/>
            <a:t> </a:t>
          </a:r>
          <a:r>
            <a:rPr lang="en-ID" sz="2100" b="0" i="0" kern="1200" dirty="0" err="1"/>
            <a:t>atas</a:t>
          </a:r>
          <a:r>
            <a:rPr lang="en-ID" sz="2100" b="0" i="0" kern="1200" dirty="0"/>
            <a:t> (top managers) </a:t>
          </a:r>
          <a:r>
            <a:rPr lang="en-ID" sz="2100" b="0" i="0" kern="1200" dirty="0" err="1"/>
            <a:t>sehingga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perusahaan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memiliki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kinerja</a:t>
          </a:r>
          <a:r>
            <a:rPr lang="en-ID" sz="2100" b="0" i="0" kern="1200" dirty="0"/>
            <a:t> yang </a:t>
          </a:r>
          <a:r>
            <a:rPr lang="en-ID" sz="2100" b="0" i="0" kern="1200" dirty="0" err="1"/>
            <a:t>tinggi</a:t>
          </a:r>
          <a:r>
            <a:rPr lang="en-ID" sz="2100" b="0" i="0" kern="1200" dirty="0"/>
            <a:t> demi </a:t>
          </a:r>
          <a:r>
            <a:rPr lang="en-ID" sz="2100" b="0" i="0" kern="1200" dirty="0" err="1"/>
            <a:t>terwujudnya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tujuan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perusahaan</a:t>
          </a:r>
          <a:r>
            <a:rPr lang="en-ID" sz="2100" b="0" i="0" kern="1200" dirty="0"/>
            <a:t>.</a:t>
          </a:r>
          <a:endParaRPr lang="en-ID" sz="2100" kern="1200" dirty="0"/>
        </a:p>
      </dsp:txBody>
      <dsp:txXfrm>
        <a:off x="0" y="3157276"/>
        <a:ext cx="9879494" cy="788740"/>
      </dsp:txXfrm>
    </dsp:sp>
    <dsp:sp modelId="{30CC03B0-4308-40CD-907C-7C831D70E5FC}">
      <dsp:nvSpPr>
        <dsp:cNvPr id="0" name=""/>
        <dsp:cNvSpPr/>
      </dsp:nvSpPr>
      <dsp:spPr>
        <a:xfrm>
          <a:off x="0" y="3946017"/>
          <a:ext cx="9879494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10F03-1C3A-47A5-AF50-2820829CFFB6}">
      <dsp:nvSpPr>
        <dsp:cNvPr id="0" name=""/>
        <dsp:cNvSpPr/>
      </dsp:nvSpPr>
      <dsp:spPr>
        <a:xfrm>
          <a:off x="0" y="3946017"/>
          <a:ext cx="9879494" cy="78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100" kern="1200" dirty="0"/>
            <a:t>6. </a:t>
          </a:r>
          <a:r>
            <a:rPr lang="en-ID" sz="2100" b="0" i="0" kern="1200" dirty="0" err="1"/>
            <a:t>Penerapan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konsep</a:t>
          </a:r>
          <a:r>
            <a:rPr lang="en-ID" sz="2100" b="0" i="0" kern="1200" dirty="0"/>
            <a:t> </a:t>
          </a:r>
          <a:r>
            <a:rPr lang="en-ID" sz="2100" b="0" i="0" kern="1200" dirty="0" err="1"/>
            <a:t>manajemen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berdasarkan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kompetensi</a:t>
          </a:r>
          <a:r>
            <a:rPr lang="en-ID" sz="2100" b="0" i="0" kern="1200" dirty="0"/>
            <a:t>, “the right man in the right place” demi </a:t>
          </a:r>
          <a:r>
            <a:rPr lang="en-ID" sz="2100" b="0" i="0" kern="1200" dirty="0" err="1"/>
            <a:t>mencapai</a:t>
          </a:r>
          <a:r>
            <a:rPr lang="en-ID" sz="2100" b="0" i="0" kern="1200" dirty="0"/>
            <a:t> </a:t>
          </a:r>
          <a:r>
            <a:rPr lang="en-ID" sz="2100" b="0" i="0" kern="1200" dirty="0" err="1"/>
            <a:t>kinerja</a:t>
          </a:r>
          <a:r>
            <a:rPr lang="en-ID" sz="2100" b="0" i="0" kern="1200" dirty="0"/>
            <a:t> </a:t>
          </a:r>
          <a:r>
            <a:rPr lang="en-ID" sz="2100" b="0" i="0" kern="1200" dirty="0" err="1"/>
            <a:t>perusahaan</a:t>
          </a:r>
          <a:r>
            <a:rPr lang="en-ID" sz="2100" b="0" i="0" kern="1200" dirty="0"/>
            <a:t> yang </a:t>
          </a:r>
          <a:r>
            <a:rPr lang="en-ID" sz="2100" b="0" i="0" kern="1200" dirty="0" err="1"/>
            <a:t>lebih</a:t>
          </a:r>
          <a:r>
            <a:rPr lang="en-ID" sz="2100" b="0" i="0" kern="1200" dirty="0"/>
            <a:t> </a:t>
          </a:r>
          <a:r>
            <a:rPr lang="en-ID" sz="2100" b="0" i="0" kern="1200" dirty="0" err="1"/>
            <a:t>baik</a:t>
          </a:r>
          <a:endParaRPr lang="en-ID" sz="2100" kern="1200" dirty="0"/>
        </a:p>
      </dsp:txBody>
      <dsp:txXfrm>
        <a:off x="0" y="3946017"/>
        <a:ext cx="9879494" cy="7887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80520-12CC-4B15-95EE-889BD2BE3559}">
      <dsp:nvSpPr>
        <dsp:cNvPr id="0" name=""/>
        <dsp:cNvSpPr/>
      </dsp:nvSpPr>
      <dsp:spPr>
        <a:xfrm>
          <a:off x="1437003" y="-277622"/>
          <a:ext cx="4807837" cy="4807837"/>
        </a:xfrm>
        <a:prstGeom prst="circularArrow">
          <a:avLst>
            <a:gd name="adj1" fmla="val 5689"/>
            <a:gd name="adj2" fmla="val 340510"/>
            <a:gd name="adj3" fmla="val 12394000"/>
            <a:gd name="adj4" fmla="val 18289637"/>
            <a:gd name="adj5" fmla="val 5908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66ECB-4A53-4ADC-A401-315D4C89C3F5}">
      <dsp:nvSpPr>
        <dsp:cNvPr id="0" name=""/>
        <dsp:cNvSpPr/>
      </dsp:nvSpPr>
      <dsp:spPr>
        <a:xfrm>
          <a:off x="2139888" y="1946"/>
          <a:ext cx="3402066" cy="17010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500" b="1" kern="1200" dirty="0"/>
            <a:t>1.  </a:t>
          </a:r>
          <a:r>
            <a:rPr lang="en-ID" sz="1500" b="1" kern="1200" dirty="0" err="1"/>
            <a:t>Perencanaan</a:t>
          </a:r>
          <a:r>
            <a:rPr lang="en-ID" sz="1500" b="1" kern="1200" dirty="0"/>
            <a:t>.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500" b="0" i="0" kern="1200" dirty="0" err="1"/>
            <a:t>Penetapan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indikator</a:t>
          </a:r>
          <a:r>
            <a:rPr lang="en-ID" sz="1500" b="0" i="0" kern="1200" dirty="0"/>
            <a:t> </a:t>
          </a:r>
          <a:r>
            <a:rPr lang="en-ID" sz="1500" b="0" i="0" kern="1200" dirty="0" err="1"/>
            <a:t>kinerja</a:t>
          </a:r>
          <a:r>
            <a:rPr lang="en-ID" sz="1500" b="0" i="0" kern="1200" dirty="0"/>
            <a:t> </a:t>
          </a:r>
          <a:r>
            <a:rPr lang="en-ID" sz="1500" b="0" i="0" kern="1200" dirty="0" err="1"/>
            <a:t>lengkap</a:t>
          </a:r>
          <a:r>
            <a:rPr lang="en-ID" sz="1500" b="0" i="0" kern="1200" dirty="0"/>
            <a:t> </a:t>
          </a:r>
          <a:r>
            <a:rPr lang="en-ID" sz="1500" b="0" i="0" kern="1200" dirty="0" err="1"/>
            <a:t>dengan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berbagai</a:t>
          </a:r>
          <a:r>
            <a:rPr lang="en-ID" sz="1500" b="0" i="0" kern="1200" dirty="0"/>
            <a:t> strategi dan program </a:t>
          </a:r>
          <a:r>
            <a:rPr lang="en-ID" sz="1500" b="0" i="0" kern="1200" dirty="0" err="1"/>
            <a:t>kerja</a:t>
          </a:r>
          <a:r>
            <a:rPr lang="en-ID" sz="1500" b="0" i="0" kern="1200" dirty="0"/>
            <a:t> yang </a:t>
          </a:r>
          <a:r>
            <a:rPr lang="en-ID" sz="1500" b="0" i="0" kern="1200" dirty="0" err="1"/>
            <a:t>diperlukan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untuk</a:t>
          </a:r>
          <a:r>
            <a:rPr lang="en-ID" sz="1500" b="0" i="0" kern="1200" dirty="0"/>
            <a:t> </a:t>
          </a:r>
          <a:r>
            <a:rPr lang="en-ID" sz="1500" b="0" i="0" kern="1200" dirty="0" err="1"/>
            <a:t>mencapai</a:t>
          </a:r>
          <a:r>
            <a:rPr lang="en-ID" sz="1500" b="0" i="0" kern="1200" dirty="0"/>
            <a:t> </a:t>
          </a:r>
          <a:r>
            <a:rPr lang="en-ID" sz="1500" b="0" i="0" kern="1200" dirty="0" err="1"/>
            <a:t>kinerja</a:t>
          </a:r>
          <a:r>
            <a:rPr lang="en-ID" sz="1500" b="0" i="0" kern="1200" dirty="0"/>
            <a:t> yang </a:t>
          </a:r>
          <a:r>
            <a:rPr lang="en-ID" sz="1500" b="0" i="0" kern="1200" dirty="0" err="1"/>
            <a:t>diinginkan</a:t>
          </a:r>
          <a:endParaRPr lang="en-ID" sz="1500" kern="1200" dirty="0"/>
        </a:p>
      </dsp:txBody>
      <dsp:txXfrm>
        <a:off x="2222926" y="84984"/>
        <a:ext cx="3235990" cy="1534957"/>
      </dsp:txXfrm>
    </dsp:sp>
    <dsp:sp modelId="{AB53A99C-721F-4419-ABC4-ABC5F6FADEC3}">
      <dsp:nvSpPr>
        <dsp:cNvPr id="0" name=""/>
        <dsp:cNvSpPr/>
      </dsp:nvSpPr>
      <dsp:spPr>
        <a:xfrm>
          <a:off x="3962080" y="3158076"/>
          <a:ext cx="3402066" cy="17010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500" b="1" kern="1200" dirty="0"/>
            <a:t>2.  </a:t>
          </a:r>
          <a:r>
            <a:rPr lang="en-ID" sz="1500" b="1" kern="1200" dirty="0" err="1"/>
            <a:t>Pelaksanaan</a:t>
          </a:r>
          <a:r>
            <a:rPr lang="en-ID" sz="1500" b="1" kern="1200" dirty="0"/>
            <a:t>.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500" b="0" i="0" kern="1200" dirty="0" err="1"/>
            <a:t>Organisasi</a:t>
          </a:r>
          <a:r>
            <a:rPr lang="en-ID" sz="1500" b="0" i="0" kern="1200" dirty="0"/>
            <a:t> </a:t>
          </a:r>
          <a:r>
            <a:rPr lang="en-ID" sz="1500" b="0" i="0" kern="1200" dirty="0" err="1"/>
            <a:t>bergerak</a:t>
          </a:r>
          <a:r>
            <a:rPr lang="en-ID" sz="1500" b="0" i="0" kern="1200" dirty="0"/>
            <a:t> </a:t>
          </a:r>
          <a:r>
            <a:rPr lang="en-ID" sz="1500" b="0" i="0" kern="1200" dirty="0" err="1"/>
            <a:t>sesuai</a:t>
          </a:r>
          <a:r>
            <a:rPr lang="en-ID" sz="1500" b="0" i="0" kern="1200" dirty="0"/>
            <a:t> </a:t>
          </a:r>
          <a:r>
            <a:rPr lang="en-ID" sz="1500" b="0" i="0" kern="1200" dirty="0" err="1"/>
            <a:t>dengan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rencana</a:t>
          </a:r>
          <a:r>
            <a:rPr lang="en-ID" sz="1500" b="0" i="0" kern="1200" dirty="0"/>
            <a:t> yang </a:t>
          </a:r>
          <a:r>
            <a:rPr lang="en-ID" sz="1500" b="0" i="0" kern="1200" dirty="0" err="1"/>
            <a:t>telah</a:t>
          </a:r>
          <a:r>
            <a:rPr lang="en-ID" sz="1500" b="0" i="0" kern="1200" dirty="0"/>
            <a:t> </a:t>
          </a:r>
          <a:r>
            <a:rPr lang="en-ID" sz="1500" b="0" i="0" kern="1200" dirty="0" err="1"/>
            <a:t>dibuat</a:t>
          </a:r>
          <a:r>
            <a:rPr lang="en-ID" sz="1500" b="0" i="0" kern="1200" dirty="0"/>
            <a:t>, </a:t>
          </a:r>
          <a:r>
            <a:rPr lang="en-ID" sz="1500" b="0" i="0" kern="1200" dirty="0" err="1"/>
            <a:t>jika</a:t>
          </a:r>
          <a:r>
            <a:rPr lang="en-ID" sz="1500" b="0" i="0" kern="1200" dirty="0"/>
            <a:t> </a:t>
          </a:r>
          <a:r>
            <a:rPr lang="en-ID" sz="1500" b="0" i="0" kern="1200" dirty="0" err="1"/>
            <a:t>ada</a:t>
          </a:r>
          <a:r>
            <a:rPr lang="en-ID" sz="1500" b="0" i="0" kern="1200" dirty="0"/>
            <a:t> </a:t>
          </a:r>
          <a:r>
            <a:rPr lang="en-ID" sz="1500" b="0" i="0" kern="1200" dirty="0" err="1"/>
            <a:t>perubahan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akibat</a:t>
          </a:r>
          <a:r>
            <a:rPr lang="en-ID" sz="1500" b="0" i="0" kern="1200" dirty="0"/>
            <a:t> </a:t>
          </a:r>
          <a:r>
            <a:rPr lang="en-ID" sz="1500" b="0" i="0" kern="1200" dirty="0" err="1"/>
            <a:t>adanya</a:t>
          </a:r>
          <a:r>
            <a:rPr lang="en-ID" sz="1500" b="0" i="0" kern="1200" dirty="0"/>
            <a:t> </a:t>
          </a:r>
          <a:r>
            <a:rPr lang="en-ID" sz="1500" b="0" i="0" kern="1200" dirty="0" err="1"/>
            <a:t>perkembangan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baru</a:t>
          </a:r>
          <a:r>
            <a:rPr lang="en-ID" sz="1500" b="0" i="0" kern="1200" dirty="0"/>
            <a:t> </a:t>
          </a:r>
          <a:r>
            <a:rPr lang="en-ID" sz="1500" b="0" i="0" kern="1200" dirty="0" err="1"/>
            <a:t>maka</a:t>
          </a:r>
          <a:r>
            <a:rPr lang="en-ID" sz="1500" b="0" i="0" kern="1200" dirty="0"/>
            <a:t> </a:t>
          </a:r>
          <a:r>
            <a:rPr lang="en-ID" sz="1500" b="0" i="0" kern="1200" dirty="0" err="1"/>
            <a:t>lakukan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perubahan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tersebut</a:t>
          </a:r>
          <a:endParaRPr lang="en-ID" sz="1500" kern="1200" dirty="0"/>
        </a:p>
      </dsp:txBody>
      <dsp:txXfrm>
        <a:off x="4045118" y="3241114"/>
        <a:ext cx="3235990" cy="1534957"/>
      </dsp:txXfrm>
    </dsp:sp>
    <dsp:sp modelId="{AFA75FF0-6785-4AAC-B95E-4D7635CF769B}">
      <dsp:nvSpPr>
        <dsp:cNvPr id="0" name=""/>
        <dsp:cNvSpPr/>
      </dsp:nvSpPr>
      <dsp:spPr>
        <a:xfrm>
          <a:off x="317696" y="3158076"/>
          <a:ext cx="3402066" cy="17010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500" b="1" kern="1200" dirty="0"/>
            <a:t>3. </a:t>
          </a:r>
          <a:r>
            <a:rPr lang="en-ID" sz="1500" b="0" i="0" kern="1200" dirty="0" err="1"/>
            <a:t>Evaluasi</a:t>
          </a:r>
          <a:r>
            <a:rPr lang="en-ID" sz="1500" b="0" i="0" kern="1200" dirty="0"/>
            <a:t> </a:t>
          </a:r>
          <a:r>
            <a:rPr lang="en-ID" sz="1500" b="0" i="0" kern="1200" dirty="0" err="1"/>
            <a:t>kinerja</a:t>
          </a:r>
          <a:r>
            <a:rPr lang="en-ID" sz="1500" b="1" kern="1200" dirty="0"/>
            <a:t>.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1500" b="0" i="0" kern="1200" dirty="0" err="1"/>
            <a:t>Menganalisis</a:t>
          </a:r>
          <a:r>
            <a:rPr lang="en-ID" sz="1500" b="0" i="0" kern="1200" dirty="0"/>
            <a:t> </a:t>
          </a:r>
          <a:r>
            <a:rPr lang="en-ID" sz="1500" b="0" i="0" kern="1200" dirty="0" err="1"/>
            <a:t>apakah</a:t>
          </a:r>
          <a:r>
            <a:rPr lang="en-ID" sz="1500" b="0" i="0" kern="1200" dirty="0"/>
            <a:t> </a:t>
          </a:r>
          <a:r>
            <a:rPr lang="en-ID" sz="1500" b="0" i="0" kern="1200" dirty="0" err="1"/>
            <a:t>realisasi</a:t>
          </a:r>
          <a:r>
            <a:rPr lang="en-ID" sz="1500" b="0" i="0" kern="1200" dirty="0"/>
            <a:t> </a:t>
          </a:r>
          <a:r>
            <a:rPr lang="en-ID" sz="1500" b="0" i="0" kern="1200" dirty="0" err="1"/>
            <a:t>kinerja</a:t>
          </a:r>
          <a:r>
            <a:rPr lang="en-ID" sz="1500" b="0" i="0" kern="1200" dirty="0"/>
            <a:t> </a:t>
          </a:r>
          <a:r>
            <a:rPr lang="en-ID" sz="1500" b="0" i="0" kern="1200" dirty="0" err="1"/>
            <a:t>sesuai</a:t>
          </a:r>
          <a:r>
            <a:rPr lang="en-ID" sz="1500" b="0" i="0" kern="1200" dirty="0"/>
            <a:t> </a:t>
          </a:r>
          <a:r>
            <a:rPr lang="en-ID" sz="1500" b="0" i="0" kern="1200" dirty="0" err="1"/>
            <a:t>dengan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rencana</a:t>
          </a:r>
          <a:r>
            <a:rPr lang="en-ID" sz="1500" b="0" i="0" kern="1200" dirty="0"/>
            <a:t> yang </a:t>
          </a:r>
          <a:r>
            <a:rPr lang="en-ID" sz="1500" b="0" i="0" kern="1200" dirty="0" err="1"/>
            <a:t>sudah</a:t>
          </a:r>
          <a:r>
            <a:rPr lang="en-ID" sz="1500" b="0" i="0" kern="1200" dirty="0"/>
            <a:t> </a:t>
          </a:r>
          <a:r>
            <a:rPr lang="en-ID" sz="1500" b="0" i="0" kern="1200" dirty="0" err="1"/>
            <a:t>ditetapkan</a:t>
          </a:r>
          <a:r>
            <a:rPr lang="en-ID" sz="1500" b="0" i="0" kern="1200" dirty="0"/>
            <a:t> </a:t>
          </a:r>
          <a:r>
            <a:rPr lang="en-ID" sz="1500" b="0" i="0" kern="1200" dirty="0" err="1"/>
            <a:t>sebelumnya</a:t>
          </a:r>
          <a:r>
            <a:rPr lang="en-ID" sz="1500" b="0" i="0" kern="1200" dirty="0"/>
            <a:t>. </a:t>
          </a:r>
          <a:r>
            <a:rPr lang="en-ID" sz="1500" b="0" i="0" kern="1200" dirty="0" err="1"/>
            <a:t>Semuanya</a:t>
          </a:r>
          <a:r>
            <a:rPr lang="en-ID" sz="1500" b="0" i="0" kern="1200" dirty="0"/>
            <a:t> </a:t>
          </a:r>
          <a:r>
            <a:rPr lang="en-ID" sz="1500" b="0" i="0" kern="1200" dirty="0" err="1"/>
            <a:t>ini</a:t>
          </a:r>
          <a:r>
            <a:rPr lang="en-ID" sz="1500" b="0" i="0" kern="1200" dirty="0"/>
            <a:t> </a:t>
          </a:r>
          <a:r>
            <a:rPr lang="en-ID" sz="1500" b="0" i="0" kern="1200" dirty="0" err="1"/>
            <a:t>harus</a:t>
          </a:r>
          <a:r>
            <a:rPr lang="en-ID" sz="1500" b="0" i="0" kern="1200" dirty="0"/>
            <a:t> </a:t>
          </a:r>
          <a:r>
            <a:rPr lang="en-ID" sz="1500" b="0" i="0" kern="1200" dirty="0" err="1"/>
            <a:t>serba</a:t>
          </a:r>
          <a:r>
            <a:rPr lang="en-ID" sz="1500" b="0" i="0" kern="1200" dirty="0"/>
            <a:t> </a:t>
          </a:r>
          <a:r>
            <a:rPr lang="en-ID" sz="1500" b="0" i="0" kern="1200" dirty="0" err="1"/>
            <a:t>kuantitatif</a:t>
          </a:r>
          <a:endParaRPr lang="en-ID" sz="1500" kern="1200" dirty="0"/>
        </a:p>
      </dsp:txBody>
      <dsp:txXfrm>
        <a:off x="400734" y="3241114"/>
        <a:ext cx="3235990" cy="15349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B8A24-BB20-4DE1-95A7-11B8CD9BAB3B}">
      <dsp:nvSpPr>
        <dsp:cNvPr id="0" name=""/>
        <dsp:cNvSpPr/>
      </dsp:nvSpPr>
      <dsp:spPr>
        <a:xfrm>
          <a:off x="0" y="19348"/>
          <a:ext cx="8315739" cy="9149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300" kern="1200"/>
            <a:t>Proses </a:t>
          </a:r>
          <a:r>
            <a:rPr lang="en-US" sz="2300" kern="1200"/>
            <a:t>P</a:t>
          </a:r>
          <a:r>
            <a:rPr lang="id-ID" sz="2300" kern="1200"/>
            <a:t>enilaian </a:t>
          </a:r>
          <a:r>
            <a:rPr lang="en-US" sz="2300" kern="1200"/>
            <a:t>K</a:t>
          </a:r>
          <a:r>
            <a:rPr lang="id-ID" sz="2300" kern="1200"/>
            <a:t>inerja (</a:t>
          </a:r>
          <a:r>
            <a:rPr lang="en-US" sz="2300" i="1" kern="1200"/>
            <a:t>P</a:t>
          </a:r>
          <a:r>
            <a:rPr lang="id-ID" sz="2300" i="1" kern="1200"/>
            <a:t>erformance</a:t>
          </a:r>
          <a:r>
            <a:rPr lang="en-US" sz="2300" i="1" kern="1200"/>
            <a:t> Appraisal</a:t>
          </a:r>
          <a:r>
            <a:rPr lang="id-ID" sz="2300" kern="1200"/>
            <a:t>) </a:t>
          </a:r>
          <a:r>
            <a:rPr lang="en-US" sz="2300" kern="1200"/>
            <a:t>K</a:t>
          </a:r>
          <a:r>
            <a:rPr lang="id-ID" sz="2300" kern="1200"/>
            <a:t>aryawan dalam kurun waktu tertentu</a:t>
          </a:r>
          <a:r>
            <a:rPr lang="en-US" sz="2300" kern="1200"/>
            <a:t>.</a:t>
          </a:r>
          <a:endParaRPr lang="en-ID" sz="2300" kern="1200"/>
        </a:p>
      </dsp:txBody>
      <dsp:txXfrm>
        <a:off x="44664" y="64012"/>
        <a:ext cx="8226411" cy="825612"/>
      </dsp:txXfrm>
    </dsp:sp>
    <dsp:sp modelId="{2880EA2D-B09F-4D15-8681-9C98B2B7D6FA}">
      <dsp:nvSpPr>
        <dsp:cNvPr id="0" name=""/>
        <dsp:cNvSpPr/>
      </dsp:nvSpPr>
      <dsp:spPr>
        <a:xfrm>
          <a:off x="0" y="917408"/>
          <a:ext cx="8315739" cy="9149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300" kern="1200"/>
            <a:t>Misalnya ; satu tahun</a:t>
          </a:r>
          <a:r>
            <a:rPr lang="en-US" sz="2300" kern="1200"/>
            <a:t> atau </a:t>
          </a:r>
          <a:r>
            <a:rPr lang="id-ID" sz="2300" kern="1200"/>
            <a:t> enam bulan</a:t>
          </a:r>
          <a:endParaRPr lang="en-ID" sz="2300" kern="1200"/>
        </a:p>
      </dsp:txBody>
      <dsp:txXfrm>
        <a:off x="44664" y="962072"/>
        <a:ext cx="8226411" cy="8256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0F0CF1-A0EE-411F-BD7C-9B43912023F2}">
      <dsp:nvSpPr>
        <dsp:cNvPr id="0" name=""/>
        <dsp:cNvSpPr/>
      </dsp:nvSpPr>
      <dsp:spPr>
        <a:xfrm>
          <a:off x="0" y="11544"/>
          <a:ext cx="8050695" cy="10328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600" b="1" kern="1200"/>
            <a:t>Penilaian </a:t>
          </a:r>
          <a:r>
            <a:rPr lang="en-US" sz="2600" b="1" kern="1200"/>
            <a:t>Kinerja</a:t>
          </a:r>
          <a:r>
            <a:rPr lang="id-ID" sz="2600" b="1" kern="1200"/>
            <a:t> dilaksanakan secara formal</a:t>
          </a:r>
          <a:endParaRPr lang="en-ID" sz="2600" kern="1200"/>
        </a:p>
      </dsp:txBody>
      <dsp:txXfrm>
        <a:off x="50420" y="61964"/>
        <a:ext cx="7949855" cy="932014"/>
      </dsp:txXfrm>
    </dsp:sp>
    <dsp:sp modelId="{9878DC81-BE03-4233-93BD-54E56F8A7FD1}">
      <dsp:nvSpPr>
        <dsp:cNvPr id="0" name=""/>
        <dsp:cNvSpPr/>
      </dsp:nvSpPr>
      <dsp:spPr>
        <a:xfrm>
          <a:off x="0" y="1119278"/>
          <a:ext cx="8050695" cy="10328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600" b="1" kern="1200"/>
            <a:t>dan menggunakan form </a:t>
          </a:r>
          <a:r>
            <a:rPr lang="en-US" sz="2600" b="1" kern="1200"/>
            <a:t>P</a:t>
          </a:r>
          <a:r>
            <a:rPr lang="id-ID" sz="2600" b="1" kern="1200"/>
            <a:t>enilaian </a:t>
          </a:r>
          <a:r>
            <a:rPr lang="en-US" sz="2600" b="1" kern="1200"/>
            <a:t>Kinerja</a:t>
          </a:r>
          <a:r>
            <a:rPr lang="id-ID" sz="2600" b="1" kern="1200"/>
            <a:t> dan/atau wawancara.</a:t>
          </a:r>
          <a:endParaRPr lang="en-ID" sz="2600" kern="1200"/>
        </a:p>
      </dsp:txBody>
      <dsp:txXfrm>
        <a:off x="50420" y="1169698"/>
        <a:ext cx="7949855" cy="9320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25340-A5A7-4AE7-B87E-07BD21F59ECD}">
      <dsp:nvSpPr>
        <dsp:cNvPr id="0" name=""/>
        <dsp:cNvSpPr/>
      </dsp:nvSpPr>
      <dsp:spPr>
        <a:xfrm>
          <a:off x="1438065" y="58"/>
          <a:ext cx="4500000" cy="234934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1.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Penilaian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kinerja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dilakukan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untuk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memberi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tahu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Karyawan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apa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yang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diharapkan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Pengawas</a:t>
          </a:r>
          <a:endParaRPr lang="en-ID" sz="3300" kern="1200" dirty="0"/>
        </a:p>
      </dsp:txBody>
      <dsp:txXfrm>
        <a:off x="1438065" y="58"/>
        <a:ext cx="4500000" cy="2349349"/>
      </dsp:txXfrm>
    </dsp:sp>
    <dsp:sp modelId="{66027A2D-8FA9-4CF3-8868-9BC874FECBE1}">
      <dsp:nvSpPr>
        <dsp:cNvPr id="0" name=""/>
        <dsp:cNvSpPr/>
      </dsp:nvSpPr>
      <dsp:spPr>
        <a:xfrm>
          <a:off x="0" y="2466876"/>
          <a:ext cx="7376130" cy="234934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2.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Penilaian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Kinerja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menitik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beratkan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pada proses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pengukuran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sejauh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mana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seorang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atau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sekelompok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orang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dapat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bermanfaat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untuk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mencapai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tujuan</a:t>
          </a:r>
          <a:r>
            <a:rPr lang="en-ID" sz="33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yang </a:t>
          </a:r>
          <a:r>
            <a:rPr lang="en-ID" sz="33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ditetapkan</a:t>
          </a:r>
          <a:endParaRPr lang="en-ID" sz="3300" kern="1200" dirty="0"/>
        </a:p>
      </dsp:txBody>
      <dsp:txXfrm>
        <a:off x="0" y="2466876"/>
        <a:ext cx="7376130" cy="23493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FC206-C014-4F0B-AD81-AF0145357294}">
      <dsp:nvSpPr>
        <dsp:cNvPr id="0" name=""/>
        <dsp:cNvSpPr/>
      </dsp:nvSpPr>
      <dsp:spPr>
        <a:xfrm>
          <a:off x="2042050" y="1386847"/>
          <a:ext cx="2494209" cy="24943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TUJUAN PENILAIAN KINERJA KARYAWAN</a:t>
          </a:r>
          <a:endParaRPr lang="en-ID" sz="2300" kern="1200" dirty="0"/>
        </a:p>
      </dsp:txBody>
      <dsp:txXfrm>
        <a:off x="2407318" y="1752134"/>
        <a:ext cx="1763673" cy="1763759"/>
      </dsp:txXfrm>
    </dsp:sp>
    <dsp:sp modelId="{8A535FA4-2CF9-4490-A0A7-B0D9BB7DFA33}">
      <dsp:nvSpPr>
        <dsp:cNvPr id="0" name=""/>
        <dsp:cNvSpPr/>
      </dsp:nvSpPr>
      <dsp:spPr>
        <a:xfrm>
          <a:off x="755821" y="0"/>
          <a:ext cx="5027915" cy="5241297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8E7FF-4EE9-4244-B2B9-74D6D0BF8980}">
      <dsp:nvSpPr>
        <dsp:cNvPr id="0" name=""/>
        <dsp:cNvSpPr/>
      </dsp:nvSpPr>
      <dsp:spPr>
        <a:xfrm>
          <a:off x="4458013" y="441841"/>
          <a:ext cx="1336157" cy="133653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64123-F818-4847-8FC1-6F4D820D9BAB}">
      <dsp:nvSpPr>
        <dsp:cNvPr id="0" name=""/>
        <dsp:cNvSpPr/>
      </dsp:nvSpPr>
      <dsp:spPr>
        <a:xfrm>
          <a:off x="5847381" y="436172"/>
          <a:ext cx="2123323" cy="1225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just" defTabSz="622300">
            <a:lnSpc>
              <a:spcPct val="90000"/>
            </a:lnSpc>
            <a:spcBef>
              <a:spcPct val="0"/>
            </a:spcBef>
            <a:spcAft>
              <a:spcPct val="10000"/>
            </a:spcAft>
          </a:pPr>
          <a:r>
            <a:rPr lang="en-US" altLang="en-US" sz="1400" kern="1200" dirty="0">
              <a:latin typeface="Arial" panose="020B0604020202020204" pitchFamily="34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Informasi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untuk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Penetapan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Imbalan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/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gaji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Promosi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Jabatan</a:t>
          </a:r>
          <a:endParaRPr lang="en-ID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47381" y="436172"/>
        <a:ext cx="2123323" cy="1225420"/>
      </dsp:txXfrm>
    </dsp:sp>
    <dsp:sp modelId="{03E1C062-CAC9-4329-B22E-24074968A327}">
      <dsp:nvSpPr>
        <dsp:cNvPr id="0" name=""/>
        <dsp:cNvSpPr/>
      </dsp:nvSpPr>
      <dsp:spPr>
        <a:xfrm>
          <a:off x="4974441" y="1962341"/>
          <a:ext cx="1336157" cy="1336530"/>
        </a:xfrm>
        <a:prstGeom prst="ellipse">
          <a:avLst/>
        </a:prstGeom>
        <a:blipFill>
          <a:blip xmlns:r="http://schemas.openxmlformats.org/officeDocument/2006/relationships"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6B875F-D603-4BCB-AD20-9249FCEECBD4}">
      <dsp:nvSpPr>
        <dsp:cNvPr id="0" name=""/>
        <dsp:cNvSpPr/>
      </dsp:nvSpPr>
      <dsp:spPr>
        <a:xfrm>
          <a:off x="6259480" y="1929642"/>
          <a:ext cx="2108335" cy="1396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</a:pPr>
          <a:r>
            <a:rPr lang="en-US" altLang="en-US" sz="2000" kern="1200" dirty="0" err="1">
              <a:latin typeface="Arial" panose="020B0604020202020204" pitchFamily="34" charset="0"/>
            </a:rPr>
            <a:t>Melihat</a:t>
          </a:r>
          <a:r>
            <a:rPr lang="en-US" altLang="en-US" sz="2000" kern="1200" dirty="0">
              <a:latin typeface="Arial" panose="020B0604020202020204" pitchFamily="34" charset="0"/>
            </a:rPr>
            <a:t> </a:t>
          </a:r>
          <a:r>
            <a:rPr lang="en-US" altLang="en-US" sz="2000" kern="1200" dirty="0" err="1">
              <a:latin typeface="Arial" panose="020B0604020202020204" pitchFamily="34" charset="0"/>
            </a:rPr>
            <a:t>perilaku</a:t>
          </a:r>
          <a:r>
            <a:rPr lang="en-US" altLang="en-US" sz="2000" kern="1200" dirty="0">
              <a:latin typeface="Arial" panose="020B0604020202020204" pitchFamily="34" charset="0"/>
            </a:rPr>
            <a:t> </a:t>
          </a:r>
          <a:r>
            <a:rPr lang="en-US" altLang="en-US" sz="2000" kern="1200" dirty="0" err="1">
              <a:latin typeface="Arial" panose="020B0604020202020204" pitchFamily="34" charset="0"/>
            </a:rPr>
            <a:t>bawahan</a:t>
          </a:r>
          <a:r>
            <a:rPr lang="en-US" altLang="en-US" sz="2000" kern="1200" dirty="0">
              <a:latin typeface="Arial" panose="020B0604020202020204" pitchFamily="34" charset="0"/>
            </a:rPr>
            <a:t> yang </a:t>
          </a:r>
          <a:r>
            <a:rPr lang="en-US" altLang="en-US" sz="2000" kern="1200" dirty="0" err="1">
              <a:latin typeface="Arial" panose="020B0604020202020204" pitchFamily="34" charset="0"/>
            </a:rPr>
            <a:t>berkaitan</a:t>
          </a:r>
          <a:r>
            <a:rPr lang="en-US" altLang="en-US" sz="2000" kern="1200" dirty="0">
              <a:latin typeface="Arial" panose="020B0604020202020204" pitchFamily="34" charset="0"/>
            </a:rPr>
            <a:t> </a:t>
          </a:r>
          <a:r>
            <a:rPr lang="en-US" altLang="en-US" sz="2000" kern="1200" dirty="0" err="1">
              <a:latin typeface="Arial" panose="020B0604020202020204" pitchFamily="34" charset="0"/>
            </a:rPr>
            <a:t>dengan</a:t>
          </a:r>
          <a:r>
            <a:rPr lang="en-US" altLang="en-US" sz="2000" kern="1200" dirty="0">
              <a:latin typeface="Arial" panose="020B0604020202020204" pitchFamily="34" charset="0"/>
            </a:rPr>
            <a:t> </a:t>
          </a:r>
          <a:r>
            <a:rPr lang="en-US" altLang="en-US" sz="2000" kern="1200" dirty="0" err="1">
              <a:latin typeface="Arial" panose="020B0604020202020204" pitchFamily="34" charset="0"/>
            </a:rPr>
            <a:t>kinerjanya</a:t>
          </a:r>
          <a:endParaRPr lang="en-ID" sz="2000" kern="1200" dirty="0"/>
        </a:p>
      </dsp:txBody>
      <dsp:txXfrm>
        <a:off x="6259480" y="1929642"/>
        <a:ext cx="2108335" cy="1396687"/>
      </dsp:txXfrm>
    </dsp:sp>
    <dsp:sp modelId="{0D93548A-2C24-49EC-85AA-B78E2AFEBDDC}">
      <dsp:nvSpPr>
        <dsp:cNvPr id="0" name=""/>
        <dsp:cNvSpPr/>
      </dsp:nvSpPr>
      <dsp:spPr>
        <a:xfrm>
          <a:off x="4458013" y="3504331"/>
          <a:ext cx="1336157" cy="1336530"/>
        </a:xfrm>
        <a:prstGeom prst="ellipse">
          <a:avLst/>
        </a:prstGeom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A7A112-17E7-4B5D-9ECF-00B55CAC6D72}">
      <dsp:nvSpPr>
        <dsp:cNvPr id="0" name=""/>
        <dsp:cNvSpPr/>
      </dsp:nvSpPr>
      <dsp:spPr>
        <a:xfrm>
          <a:off x="5847381" y="3559403"/>
          <a:ext cx="2229345" cy="123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ClrTx/>
            <a:buSzTx/>
            <a:buFontTx/>
            <a:buAutoNum type="arabicPeriod"/>
          </a:pP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Menetapkan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rencana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Karir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berdasarkan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kekuatan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kelemahan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alt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D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47381" y="3559403"/>
        <a:ext cx="2229345" cy="12379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439E69-A6D5-45C2-9BEE-801761A20240}">
      <dsp:nvSpPr>
        <dsp:cNvPr id="0" name=""/>
        <dsp:cNvSpPr/>
      </dsp:nvSpPr>
      <dsp:spPr>
        <a:xfrm rot="5400000">
          <a:off x="5180435" y="-2166216"/>
          <a:ext cx="693208" cy="520192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800" kern="1200" dirty="0">
              <a:latin typeface="Arial" panose="020B0604020202020204" pitchFamily="34" charset="0"/>
            </a:rPr>
            <a:t>ATASAN LANGSUNG</a:t>
          </a:r>
          <a:endParaRPr lang="en-ID" sz="2800" kern="1200" dirty="0"/>
        </a:p>
      </dsp:txBody>
      <dsp:txXfrm rot="-5400000">
        <a:off x="2926079" y="121980"/>
        <a:ext cx="5168080" cy="625528"/>
      </dsp:txXfrm>
    </dsp:sp>
    <dsp:sp modelId="{4EA35479-1A4F-4CD4-97CE-1E4E43BEC860}">
      <dsp:nvSpPr>
        <dsp:cNvPr id="0" name=""/>
        <dsp:cNvSpPr/>
      </dsp:nvSpPr>
      <dsp:spPr>
        <a:xfrm>
          <a:off x="0" y="27994"/>
          <a:ext cx="2926080" cy="8665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1</a:t>
          </a:r>
          <a:endParaRPr lang="en-ID" sz="2800" kern="1200" dirty="0"/>
        </a:p>
      </dsp:txBody>
      <dsp:txXfrm>
        <a:off x="42300" y="70294"/>
        <a:ext cx="2841480" cy="781910"/>
      </dsp:txXfrm>
    </dsp:sp>
    <dsp:sp modelId="{F74FBB89-6B7B-47FB-868F-73AA2AE0B598}">
      <dsp:nvSpPr>
        <dsp:cNvPr id="0" name=""/>
        <dsp:cNvSpPr/>
      </dsp:nvSpPr>
      <dsp:spPr>
        <a:xfrm rot="5400000">
          <a:off x="5180435" y="-1256380"/>
          <a:ext cx="693208" cy="520192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800" kern="1200" dirty="0">
              <a:latin typeface="Arial" panose="020B0604020202020204" pitchFamily="34" charset="0"/>
            </a:rPr>
            <a:t>REKAN KERJA</a:t>
          </a:r>
          <a:endParaRPr lang="en-ID" sz="2800" kern="1200" dirty="0"/>
        </a:p>
      </dsp:txBody>
      <dsp:txXfrm rot="-5400000">
        <a:off x="2926079" y="1031816"/>
        <a:ext cx="5168080" cy="625528"/>
      </dsp:txXfrm>
    </dsp:sp>
    <dsp:sp modelId="{B4AFC528-5929-4A4A-AA51-373B95632287}">
      <dsp:nvSpPr>
        <dsp:cNvPr id="0" name=""/>
        <dsp:cNvSpPr/>
      </dsp:nvSpPr>
      <dsp:spPr>
        <a:xfrm>
          <a:off x="0" y="911324"/>
          <a:ext cx="2926080" cy="86651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2</a:t>
          </a:r>
          <a:endParaRPr lang="en-ID" sz="2800" kern="1200" dirty="0"/>
        </a:p>
      </dsp:txBody>
      <dsp:txXfrm>
        <a:off x="42300" y="953624"/>
        <a:ext cx="2841480" cy="781910"/>
      </dsp:txXfrm>
    </dsp:sp>
    <dsp:sp modelId="{DCD33E7B-F34A-464B-9CF1-8E081AA7A149}">
      <dsp:nvSpPr>
        <dsp:cNvPr id="0" name=""/>
        <dsp:cNvSpPr/>
      </dsp:nvSpPr>
      <dsp:spPr>
        <a:xfrm rot="5400000">
          <a:off x="5180435" y="-346544"/>
          <a:ext cx="693208" cy="5201920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800" kern="1200" dirty="0">
              <a:latin typeface="Arial" panose="020B0604020202020204" pitchFamily="34" charset="0"/>
            </a:rPr>
            <a:t>KOMITE PENILAIAN</a:t>
          </a:r>
          <a:endParaRPr lang="en-ID" sz="2800" kern="1200" dirty="0"/>
        </a:p>
      </dsp:txBody>
      <dsp:txXfrm rot="-5400000">
        <a:off x="2926079" y="1941652"/>
        <a:ext cx="5168080" cy="625528"/>
      </dsp:txXfrm>
    </dsp:sp>
    <dsp:sp modelId="{8323A7A7-E34B-48BB-BA1F-91483B1307CD}">
      <dsp:nvSpPr>
        <dsp:cNvPr id="0" name=""/>
        <dsp:cNvSpPr/>
      </dsp:nvSpPr>
      <dsp:spPr>
        <a:xfrm>
          <a:off x="0" y="1821160"/>
          <a:ext cx="2926080" cy="86651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3</a:t>
          </a:r>
          <a:endParaRPr lang="en-ID" sz="2800" kern="1200" dirty="0"/>
        </a:p>
      </dsp:txBody>
      <dsp:txXfrm>
        <a:off x="42300" y="1863460"/>
        <a:ext cx="2841480" cy="781910"/>
      </dsp:txXfrm>
    </dsp:sp>
    <dsp:sp modelId="{4796F01D-83B6-4763-8D3B-A2D9A89816FF}">
      <dsp:nvSpPr>
        <dsp:cNvPr id="0" name=""/>
        <dsp:cNvSpPr/>
      </dsp:nvSpPr>
      <dsp:spPr>
        <a:xfrm rot="5400000">
          <a:off x="5180435" y="563291"/>
          <a:ext cx="693208" cy="520192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800" kern="1200" dirty="0">
              <a:latin typeface="Arial" panose="020B0604020202020204" pitchFamily="34" charset="0"/>
            </a:rPr>
            <a:t>PENILAIAN DIRI SENDIRI</a:t>
          </a:r>
          <a:endParaRPr lang="en-ID" sz="2800" kern="1200" dirty="0"/>
        </a:p>
      </dsp:txBody>
      <dsp:txXfrm rot="-5400000">
        <a:off x="2926079" y="2851487"/>
        <a:ext cx="5168080" cy="625528"/>
      </dsp:txXfrm>
    </dsp:sp>
    <dsp:sp modelId="{795D49A7-B499-4C03-80E9-C5E7F4AB1C38}">
      <dsp:nvSpPr>
        <dsp:cNvPr id="0" name=""/>
        <dsp:cNvSpPr/>
      </dsp:nvSpPr>
      <dsp:spPr>
        <a:xfrm>
          <a:off x="0" y="2730996"/>
          <a:ext cx="2926080" cy="8665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4</a:t>
          </a:r>
          <a:endParaRPr lang="en-ID" sz="2800" kern="1200" dirty="0"/>
        </a:p>
      </dsp:txBody>
      <dsp:txXfrm>
        <a:off x="42300" y="2773296"/>
        <a:ext cx="2841480" cy="781910"/>
      </dsp:txXfrm>
    </dsp:sp>
    <dsp:sp modelId="{EE5DF1B5-294C-4AD5-878A-CEEBCBE938AF}">
      <dsp:nvSpPr>
        <dsp:cNvPr id="0" name=""/>
        <dsp:cNvSpPr/>
      </dsp:nvSpPr>
      <dsp:spPr>
        <a:xfrm rot="5400000">
          <a:off x="5180435" y="1473127"/>
          <a:ext cx="693208" cy="5201920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800" kern="1200" dirty="0">
              <a:latin typeface="Arial" panose="020B0604020202020204" pitchFamily="34" charset="0"/>
            </a:rPr>
            <a:t>BAWAHAN</a:t>
          </a:r>
          <a:endParaRPr lang="en-ID" sz="2800" kern="1200" dirty="0"/>
        </a:p>
      </dsp:txBody>
      <dsp:txXfrm rot="-5400000">
        <a:off x="2926079" y="3761323"/>
        <a:ext cx="5168080" cy="625528"/>
      </dsp:txXfrm>
    </dsp:sp>
    <dsp:sp modelId="{94F2B709-6623-4902-82DB-F0BC2890AEB4}">
      <dsp:nvSpPr>
        <dsp:cNvPr id="0" name=""/>
        <dsp:cNvSpPr/>
      </dsp:nvSpPr>
      <dsp:spPr>
        <a:xfrm>
          <a:off x="0" y="3640832"/>
          <a:ext cx="2926080" cy="8665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5</a:t>
          </a:r>
          <a:endParaRPr lang="en-ID" sz="2800" kern="1200" dirty="0"/>
        </a:p>
      </dsp:txBody>
      <dsp:txXfrm>
        <a:off x="42300" y="3683132"/>
        <a:ext cx="2841480" cy="781910"/>
      </dsp:txXfrm>
    </dsp:sp>
    <dsp:sp modelId="{E6A56B94-E99B-474A-BC3F-53321F566F29}">
      <dsp:nvSpPr>
        <dsp:cNvPr id="0" name=""/>
        <dsp:cNvSpPr/>
      </dsp:nvSpPr>
      <dsp:spPr>
        <a:xfrm rot="5400000">
          <a:off x="5180435" y="2382963"/>
          <a:ext cx="693208" cy="520192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800" kern="1200" dirty="0">
              <a:latin typeface="Arial" panose="020B0604020202020204" pitchFamily="34" charset="0"/>
            </a:rPr>
            <a:t>UMPAN BALIK ‘360 DERAJAT’</a:t>
          </a:r>
          <a:endParaRPr lang="en-ID" sz="2800" kern="1200" dirty="0"/>
        </a:p>
      </dsp:txBody>
      <dsp:txXfrm rot="-5400000">
        <a:off x="2926079" y="4671159"/>
        <a:ext cx="5168080" cy="625528"/>
      </dsp:txXfrm>
    </dsp:sp>
    <dsp:sp modelId="{2828D1EF-D6FA-48CA-AECE-4A5BFF7A3637}">
      <dsp:nvSpPr>
        <dsp:cNvPr id="0" name=""/>
        <dsp:cNvSpPr/>
      </dsp:nvSpPr>
      <dsp:spPr>
        <a:xfrm>
          <a:off x="0" y="4550668"/>
          <a:ext cx="2926080" cy="8665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6</a:t>
          </a:r>
          <a:endParaRPr lang="en-ID" sz="2800" kern="1200" dirty="0"/>
        </a:p>
      </dsp:txBody>
      <dsp:txXfrm>
        <a:off x="42300" y="4592968"/>
        <a:ext cx="2841480" cy="7819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CFBA6-AB1D-4148-8E6C-B2844C09ED30}">
      <dsp:nvSpPr>
        <dsp:cNvPr id="0" name=""/>
        <dsp:cNvSpPr/>
      </dsp:nvSpPr>
      <dsp:spPr>
        <a:xfrm>
          <a:off x="427" y="0"/>
          <a:ext cx="708882" cy="70888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ABBD4-36F8-440D-8A00-532AFB039F58}">
      <dsp:nvSpPr>
        <dsp:cNvPr id="0" name=""/>
        <dsp:cNvSpPr/>
      </dsp:nvSpPr>
      <dsp:spPr>
        <a:xfrm>
          <a:off x="71316" y="70888"/>
          <a:ext cx="567105" cy="567105"/>
        </a:xfrm>
        <a:prstGeom prst="chord">
          <a:avLst>
            <a:gd name="adj1" fmla="val 1168272"/>
            <a:gd name="adj2" fmla="val 963172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EC801-78B8-4F0F-8A5D-5ADAA24CBBAE}">
      <dsp:nvSpPr>
        <dsp:cNvPr id="0" name=""/>
        <dsp:cNvSpPr/>
      </dsp:nvSpPr>
      <dsp:spPr>
        <a:xfrm>
          <a:off x="856994" y="708882"/>
          <a:ext cx="2097110" cy="298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MENDEFINISIKAN PEKERJAAN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Secara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bersama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menentukan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sasaran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standar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menyepakatinya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6994" y="708882"/>
        <a:ext cx="2097110" cy="2983213"/>
      </dsp:txXfrm>
    </dsp:sp>
    <dsp:sp modelId="{8F154F30-4A02-4C43-9EDA-5A75D3A1D8B6}">
      <dsp:nvSpPr>
        <dsp:cNvPr id="0" name=""/>
        <dsp:cNvSpPr/>
      </dsp:nvSpPr>
      <dsp:spPr>
        <a:xfrm>
          <a:off x="856994" y="0"/>
          <a:ext cx="2097110" cy="708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b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6994" y="0"/>
        <a:ext cx="2097110" cy="708882"/>
      </dsp:txXfrm>
    </dsp:sp>
    <dsp:sp modelId="{7F15662F-D357-455B-92E2-F56CD2A9E5CE}">
      <dsp:nvSpPr>
        <dsp:cNvPr id="0" name=""/>
        <dsp:cNvSpPr/>
      </dsp:nvSpPr>
      <dsp:spPr>
        <a:xfrm>
          <a:off x="3101788" y="0"/>
          <a:ext cx="708882" cy="70888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37EB79-DBCE-48E6-B5EE-0C2012A241F9}">
      <dsp:nvSpPr>
        <dsp:cNvPr id="0" name=""/>
        <dsp:cNvSpPr/>
      </dsp:nvSpPr>
      <dsp:spPr>
        <a:xfrm>
          <a:off x="3172676" y="70888"/>
          <a:ext cx="567105" cy="567105"/>
        </a:xfrm>
        <a:prstGeom prst="chord">
          <a:avLst>
            <a:gd name="adj1" fmla="val 20431728"/>
            <a:gd name="adj2" fmla="val 1196827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BAF94-55F0-4D21-B01A-19186DC67E43}">
      <dsp:nvSpPr>
        <dsp:cNvPr id="0" name=""/>
        <dsp:cNvSpPr/>
      </dsp:nvSpPr>
      <dsp:spPr>
        <a:xfrm>
          <a:off x="3958354" y="708882"/>
          <a:ext cx="2097110" cy="298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MENILAI KINERJA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Membandingkan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kinerja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aktual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dengan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standar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yang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telah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ditetapkan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58354" y="708882"/>
        <a:ext cx="2097110" cy="2983213"/>
      </dsp:txXfrm>
    </dsp:sp>
    <dsp:sp modelId="{96E4774D-9B4C-4EAC-B495-24AFFAEFAEAD}">
      <dsp:nvSpPr>
        <dsp:cNvPr id="0" name=""/>
        <dsp:cNvSpPr/>
      </dsp:nvSpPr>
      <dsp:spPr>
        <a:xfrm>
          <a:off x="3958354" y="0"/>
          <a:ext cx="2097110" cy="708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b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58354" y="0"/>
        <a:ext cx="2097110" cy="708882"/>
      </dsp:txXfrm>
    </dsp:sp>
    <dsp:sp modelId="{9420ED04-36BD-4AC9-9613-66EF18639BE6}">
      <dsp:nvSpPr>
        <dsp:cNvPr id="0" name=""/>
        <dsp:cNvSpPr/>
      </dsp:nvSpPr>
      <dsp:spPr>
        <a:xfrm>
          <a:off x="6203148" y="0"/>
          <a:ext cx="708882" cy="708882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D4D279-8D95-4FE1-B5D0-149EF91437EA}">
      <dsp:nvSpPr>
        <dsp:cNvPr id="0" name=""/>
        <dsp:cNvSpPr/>
      </dsp:nvSpPr>
      <dsp:spPr>
        <a:xfrm>
          <a:off x="6274036" y="70888"/>
          <a:ext cx="567105" cy="567105"/>
        </a:xfrm>
        <a:prstGeom prst="chord">
          <a:avLst>
            <a:gd name="adj1" fmla="val 162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0017C-3912-4913-AA38-D565F1918B87}">
      <dsp:nvSpPr>
        <dsp:cNvPr id="0" name=""/>
        <dsp:cNvSpPr/>
      </dsp:nvSpPr>
      <dsp:spPr>
        <a:xfrm>
          <a:off x="7059714" y="708882"/>
          <a:ext cx="2097110" cy="2983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MENYAMPAIKAN HASIL PENILAIAN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Hasil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dibahas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membuat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rencana</a:t>
          </a:r>
          <a:r>
            <a:rPr lang="en-US" alt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Pengembangan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59714" y="708882"/>
        <a:ext cx="2097110" cy="2983213"/>
      </dsp:txXfrm>
    </dsp:sp>
    <dsp:sp modelId="{D0E4415D-A0F5-4171-9DF5-5BE8069631F0}">
      <dsp:nvSpPr>
        <dsp:cNvPr id="0" name=""/>
        <dsp:cNvSpPr/>
      </dsp:nvSpPr>
      <dsp:spPr>
        <a:xfrm>
          <a:off x="7059714" y="0"/>
          <a:ext cx="2097110" cy="708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b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59714" y="0"/>
        <a:ext cx="2097110" cy="70888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5F8EA-2391-4D60-95EF-222F5E6AE48B}">
      <dsp:nvSpPr>
        <dsp:cNvPr id="0" name=""/>
        <dsp:cNvSpPr/>
      </dsp:nvSpPr>
      <dsp:spPr>
        <a:xfrm>
          <a:off x="83021" y="570885"/>
          <a:ext cx="3109429" cy="18656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Bias </a:t>
          </a:r>
          <a:r>
            <a:rPr lang="en-ID" sz="20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</a:t>
          </a:r>
          <a:r>
            <a:rPr lang="en-ID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endParaRPr lang="en-ID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hanya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pada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karakteristik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pribadi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usia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jenis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kelamin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suku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/agama,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kedekatan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dgn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pimpinan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dll</a:t>
          </a:r>
          <a:endParaRPr lang="en-ID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021" y="570885"/>
        <a:ext cx="3109429" cy="1865657"/>
      </dsp:txXfrm>
    </dsp:sp>
    <dsp:sp modelId="{8D2D3D9C-8670-4971-ACBD-C5456BA1260D}">
      <dsp:nvSpPr>
        <dsp:cNvPr id="0" name=""/>
        <dsp:cNvSpPr/>
      </dsp:nvSpPr>
      <dsp:spPr>
        <a:xfrm>
          <a:off x="3420372" y="570885"/>
          <a:ext cx="3109429" cy="18656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Hallo effect </a:t>
          </a:r>
          <a:endParaRPr lang="en-ID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Opini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pribadi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atau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subyektifitas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terhadap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yang di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nilai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.,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karena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performance yang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sesaat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sp:txBody>
      <dsp:txXfrm>
        <a:off x="3420372" y="570885"/>
        <a:ext cx="3109429" cy="1865657"/>
      </dsp:txXfrm>
    </dsp:sp>
    <dsp:sp modelId="{C772EC1C-DDEA-49EE-80F4-8D6A487B68C8}">
      <dsp:nvSpPr>
        <dsp:cNvPr id="0" name=""/>
        <dsp:cNvSpPr/>
      </dsp:nvSpPr>
      <dsp:spPr>
        <a:xfrm>
          <a:off x="6840744" y="570885"/>
          <a:ext cx="3109429" cy="18656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Central tendency </a:t>
          </a:r>
          <a:endParaRPr lang="en-ID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proses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yg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di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lakukan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secara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komprehensif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hanya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melihat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rata-rata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tingkat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produktifitas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pekerja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sp:txBody>
      <dsp:txXfrm>
        <a:off x="6840744" y="570885"/>
        <a:ext cx="3109429" cy="1865657"/>
      </dsp:txXfrm>
    </dsp:sp>
    <dsp:sp modelId="{B5DDB625-E044-4773-9323-20DEE6384ACB}">
      <dsp:nvSpPr>
        <dsp:cNvPr id="0" name=""/>
        <dsp:cNvSpPr/>
      </dsp:nvSpPr>
      <dsp:spPr>
        <a:xfrm>
          <a:off x="0" y="2747486"/>
          <a:ext cx="3109429" cy="18656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Leniency (</a:t>
          </a:r>
          <a:r>
            <a:rPr lang="en-ID" sz="20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kelunakan</a:t>
          </a:r>
          <a:r>
            <a:rPr lang="en-ID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 </a:t>
          </a:r>
          <a:endParaRPr lang="en-ID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yang di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berikan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terlalu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lunak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en-ID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murah</a:t>
          </a:r>
          <a:r>
            <a:rPr lang="en-ID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</a:t>
          </a:r>
          <a:endParaRPr lang="en-ID" sz="2000" kern="1200" dirty="0"/>
        </a:p>
      </dsp:txBody>
      <dsp:txXfrm>
        <a:off x="0" y="2747486"/>
        <a:ext cx="3109429" cy="1865657"/>
      </dsp:txXfrm>
    </dsp:sp>
    <dsp:sp modelId="{456B2574-C71F-4606-AC4E-6A7C401B86FD}">
      <dsp:nvSpPr>
        <dsp:cNvPr id="0" name=""/>
        <dsp:cNvSpPr/>
      </dsp:nvSpPr>
      <dsp:spPr>
        <a:xfrm>
          <a:off x="3420372" y="2747486"/>
          <a:ext cx="3109429" cy="18656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 Strictness (</a:t>
          </a:r>
          <a:r>
            <a:rPr lang="en-ID" sz="23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keketatan</a:t>
          </a:r>
          <a:r>
            <a:rPr lang="en-ID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 </a:t>
          </a:r>
          <a:endParaRPr lang="en-ID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kinerja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dilakukan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secara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ketat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sp:txBody>
      <dsp:txXfrm>
        <a:off x="3420372" y="2747486"/>
        <a:ext cx="3109429" cy="1865657"/>
      </dsp:txXfrm>
    </dsp:sp>
    <dsp:sp modelId="{2485AF81-6500-4D26-A479-2E69DAFDF560}">
      <dsp:nvSpPr>
        <dsp:cNvPr id="0" name=""/>
        <dsp:cNvSpPr/>
      </dsp:nvSpPr>
      <dsp:spPr>
        <a:xfrm>
          <a:off x="6840744" y="2747486"/>
          <a:ext cx="3109429" cy="18656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6. Recency 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yang di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lakukan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pada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saat-saat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tertentu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atau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sesaat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D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saja</a:t>
          </a:r>
          <a:r>
            <a:rPr lang="en-ID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</a:p>
      </dsp:txBody>
      <dsp:txXfrm>
        <a:off x="6840744" y="2747486"/>
        <a:ext cx="3109429" cy="186565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45D9D-4537-417A-88D0-06F14FC7C7EA}">
      <dsp:nvSpPr>
        <dsp:cNvPr id="0" name=""/>
        <dsp:cNvSpPr/>
      </dsp:nvSpPr>
      <dsp:spPr>
        <a:xfrm>
          <a:off x="333374" y="489"/>
          <a:ext cx="2966640" cy="17799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Menulis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Esai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Evaluator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menuliskan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deskripsi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ttg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kekurangan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kelemahan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masukan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perbaikan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bagi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Mudah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digunakan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namun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cenderung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menjadi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ukuran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kemampuan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penulisan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evaluator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3374" y="489"/>
        <a:ext cx="2966640" cy="1779984"/>
      </dsp:txXfrm>
    </dsp:sp>
    <dsp:sp modelId="{92F0E4D2-E459-4E2A-A610-77FCB8B7CDF8}">
      <dsp:nvSpPr>
        <dsp:cNvPr id="0" name=""/>
        <dsp:cNvSpPr/>
      </dsp:nvSpPr>
      <dsp:spPr>
        <a:xfrm>
          <a:off x="3596679" y="489"/>
          <a:ext cx="2966640" cy="17799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Peristiwa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Penting</a:t>
          </a:r>
          <a:endParaRPr lang="en-ID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Evaluator focus pada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perilaku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penting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memisahkan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antara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kinerja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efektif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endParaRPr lang="en-ID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Contohnya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banyak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memakan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bisa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dikuantifikasi</a:t>
          </a:r>
          <a:endParaRPr lang="en-ID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6679" y="489"/>
        <a:ext cx="2966640" cy="1779984"/>
      </dsp:txXfrm>
    </dsp:sp>
    <dsp:sp modelId="{887AE1E1-4F2D-4600-903F-F679E532C069}">
      <dsp:nvSpPr>
        <dsp:cNvPr id="0" name=""/>
        <dsp:cNvSpPr/>
      </dsp:nvSpPr>
      <dsp:spPr>
        <a:xfrm>
          <a:off x="6859984" y="489"/>
          <a:ext cx="2966640" cy="17799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Skala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grafis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Metode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popular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yg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memuat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catatan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ttg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serangkaian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faktor2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kinerja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skala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incremental; evaluator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merinci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catatan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menilai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berdasarkan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faktor2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tsb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kuantitatif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namun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tidak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memberikan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info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mendalam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mengenai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perilaku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859984" y="489"/>
        <a:ext cx="2966640" cy="1779984"/>
      </dsp:txXfrm>
    </dsp:sp>
    <dsp:sp modelId="{345A086A-4FA8-4738-B2A3-501B1277FEEC}">
      <dsp:nvSpPr>
        <dsp:cNvPr id="0" name=""/>
        <dsp:cNvSpPr/>
      </dsp:nvSpPr>
      <dsp:spPr>
        <a:xfrm>
          <a:off x="333374" y="2077137"/>
          <a:ext cx="2966640" cy="17799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BARS (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Behavirally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Anchored Rating Scale)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Memadukan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elemen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dari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peristiwa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penting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skala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grafis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evaluator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menggunakan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skala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dgn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item2nya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periaku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actual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&amp;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sulit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dikembangkan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3374" y="2077137"/>
        <a:ext cx="2966640" cy="1779984"/>
      </dsp:txXfrm>
    </dsp:sp>
    <dsp:sp modelId="{9EC0D0BC-67B4-4D9F-B6F2-E298367F954D}">
      <dsp:nvSpPr>
        <dsp:cNvPr id="0" name=""/>
        <dsp:cNvSpPr/>
      </dsp:nvSpPr>
      <dsp:spPr>
        <a:xfrm>
          <a:off x="3596679" y="2077137"/>
          <a:ext cx="2966640" cy="17799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Perbandingan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Multikarywan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Penialaian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dilakukan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dgn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membandingan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dalam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kelompok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Sulit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dilakukan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apabila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jumlahnya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banyak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terkait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aspek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hukum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6679" y="2077137"/>
        <a:ext cx="2966640" cy="1779984"/>
      </dsp:txXfrm>
    </dsp:sp>
    <dsp:sp modelId="{4DBDE23F-CE93-46A1-A6C1-726DED11C8DD}">
      <dsp:nvSpPr>
        <dsp:cNvPr id="0" name=""/>
        <dsp:cNvSpPr/>
      </dsp:nvSpPr>
      <dsp:spPr>
        <a:xfrm>
          <a:off x="6859984" y="2077137"/>
          <a:ext cx="2966640" cy="17799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MBO (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Managemet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based Objective)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Evaluasi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dilakukan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berdasarkan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sebaik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apa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mereka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dalam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menyelesaikan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sasaran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tertentu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Fokus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pada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sararan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orientasi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hasil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859984" y="2077137"/>
        <a:ext cx="2966640" cy="1779984"/>
      </dsp:txXfrm>
    </dsp:sp>
    <dsp:sp modelId="{648BE023-3530-4BC5-8AF2-178AF0BDBA42}">
      <dsp:nvSpPr>
        <dsp:cNvPr id="0" name=""/>
        <dsp:cNvSpPr/>
      </dsp:nvSpPr>
      <dsp:spPr>
        <a:xfrm>
          <a:off x="3596679" y="4153786"/>
          <a:ext cx="2966640" cy="177998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Penilaian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360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Mendayagunakan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umpan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balik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dari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supervisor,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karyawan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dan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kerja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Menyeluruh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memakan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waktu</a:t>
          </a:r>
          <a:endParaRPr lang="en-ID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96679" y="4153786"/>
        <a:ext cx="2966640" cy="177998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1122B-0EB8-429B-853F-73D79CDE7C58}">
      <dsp:nvSpPr>
        <dsp:cNvPr id="0" name=""/>
        <dsp:cNvSpPr/>
      </dsp:nvSpPr>
      <dsp:spPr>
        <a:xfrm>
          <a:off x="0" y="20384"/>
          <a:ext cx="7997204" cy="1704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3100" b="1" kern="1200" dirty="0" err="1"/>
            <a:t>Mengapa</a:t>
          </a:r>
          <a:r>
            <a:rPr lang="en-ID" sz="3100" b="1" kern="1200" dirty="0"/>
            <a:t> </a:t>
          </a:r>
          <a:r>
            <a:rPr lang="en-ID" sz="3100" b="1" kern="1200" dirty="0" err="1"/>
            <a:t>Organisai</a:t>
          </a:r>
          <a:r>
            <a:rPr lang="en-ID" sz="3100" b="1" kern="1200" dirty="0"/>
            <a:t> </a:t>
          </a:r>
          <a:r>
            <a:rPr lang="en-ID" sz="3100" b="1" kern="1200" dirty="0" err="1"/>
            <a:t>perlu</a:t>
          </a:r>
          <a:r>
            <a:rPr lang="en-ID" sz="3100" b="1" kern="1200" dirty="0"/>
            <a:t> </a:t>
          </a:r>
          <a:r>
            <a:rPr lang="en-ID" sz="3100" b="1" kern="1200" dirty="0" err="1"/>
            <a:t>memiliki</a:t>
          </a:r>
          <a:r>
            <a:rPr lang="en-ID" sz="3100" b="1" kern="1200" dirty="0"/>
            <a:t> </a:t>
          </a:r>
          <a:r>
            <a:rPr lang="en-ID" sz="3100" b="1" kern="1200" dirty="0" err="1"/>
            <a:t>alat</a:t>
          </a:r>
          <a:r>
            <a:rPr lang="en-ID" sz="3100" b="1" kern="1200" dirty="0"/>
            <a:t> </a:t>
          </a:r>
          <a:r>
            <a:rPr lang="en-ID" sz="3100" b="1" kern="1200" dirty="0" err="1"/>
            <a:t>untuk</a:t>
          </a:r>
          <a:r>
            <a:rPr lang="en-ID" sz="3100" b="1" kern="1200" dirty="0"/>
            <a:t> </a:t>
          </a:r>
          <a:r>
            <a:rPr lang="en-ID" sz="3100" b="1" kern="1200" dirty="0" err="1"/>
            <a:t>mengukur</a:t>
          </a:r>
          <a:r>
            <a:rPr lang="en-ID" sz="3100" b="1" kern="1200" dirty="0"/>
            <a:t> </a:t>
          </a:r>
          <a:r>
            <a:rPr lang="en-ID" sz="3100" b="1" kern="1200" dirty="0" err="1"/>
            <a:t>kinerja</a:t>
          </a:r>
          <a:r>
            <a:rPr lang="en-ID" sz="3100" b="1" kern="1200" dirty="0"/>
            <a:t> </a:t>
          </a:r>
          <a:r>
            <a:rPr lang="en-ID" sz="3100" b="1" kern="1200" dirty="0" err="1"/>
            <a:t>Karyawan</a:t>
          </a:r>
          <a:r>
            <a:rPr lang="en-ID" sz="3100" b="1" kern="1200" dirty="0"/>
            <a:t>? </a:t>
          </a:r>
          <a:r>
            <a:rPr lang="en-ID" sz="3100" b="1" kern="1200" dirty="0" err="1"/>
            <a:t>Jelaskan</a:t>
          </a:r>
          <a:r>
            <a:rPr lang="en-ID" sz="3100" b="1" kern="1200" dirty="0"/>
            <a:t> dan </a:t>
          </a:r>
          <a:r>
            <a:rPr lang="en-ID" sz="3100" b="1" kern="1200" dirty="0" err="1"/>
            <a:t>berikan</a:t>
          </a:r>
          <a:r>
            <a:rPr lang="en-ID" sz="3100" b="1" kern="1200" dirty="0"/>
            <a:t> </a:t>
          </a:r>
          <a:r>
            <a:rPr lang="en-ID" sz="3100" b="1" kern="1200" dirty="0" err="1"/>
            <a:t>contoh</a:t>
          </a:r>
          <a:endParaRPr lang="en-ID" sz="3100" kern="1200" dirty="0"/>
        </a:p>
      </dsp:txBody>
      <dsp:txXfrm>
        <a:off x="83216" y="103600"/>
        <a:ext cx="7830772" cy="1538258"/>
      </dsp:txXfrm>
    </dsp:sp>
    <dsp:sp modelId="{516BDC1B-6B33-447A-B482-E354FE8ABF63}">
      <dsp:nvSpPr>
        <dsp:cNvPr id="0" name=""/>
        <dsp:cNvSpPr/>
      </dsp:nvSpPr>
      <dsp:spPr>
        <a:xfrm>
          <a:off x="0" y="1814354"/>
          <a:ext cx="7997204" cy="1704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3100" b="1" kern="1200" dirty="0" err="1"/>
            <a:t>Silahkan</a:t>
          </a:r>
          <a:r>
            <a:rPr lang="en-ID" sz="3100" b="1" kern="1200" dirty="0"/>
            <a:t> </a:t>
          </a:r>
          <a:r>
            <a:rPr lang="en-ID" sz="3100" b="1" kern="1200" dirty="0" err="1"/>
            <a:t>berikan</a:t>
          </a:r>
          <a:r>
            <a:rPr lang="en-ID" sz="3100" b="1" kern="1200" dirty="0"/>
            <a:t> </a:t>
          </a:r>
          <a:r>
            <a:rPr lang="en-ID" sz="3100" b="1" kern="1200" dirty="0" err="1"/>
            <a:t>jawaban</a:t>
          </a:r>
          <a:r>
            <a:rPr lang="en-ID" sz="3100" b="1" kern="1200" dirty="0"/>
            <a:t> di menu </a:t>
          </a:r>
          <a:r>
            <a:rPr lang="en-ID" sz="3100" b="1" kern="1200" dirty="0" err="1"/>
            <a:t>diskusi</a:t>
          </a:r>
          <a:r>
            <a:rPr lang="en-ID" sz="3100" b="1" kern="1200" dirty="0"/>
            <a:t> di E- campus</a:t>
          </a:r>
          <a:endParaRPr lang="en-ID" sz="3100" kern="1200" dirty="0"/>
        </a:p>
      </dsp:txBody>
      <dsp:txXfrm>
        <a:off x="83216" y="1897570"/>
        <a:ext cx="7830772" cy="153825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476DC-A10A-42D9-85E5-46A67068DCD5}">
      <dsp:nvSpPr>
        <dsp:cNvPr id="0" name=""/>
        <dsp:cNvSpPr/>
      </dsp:nvSpPr>
      <dsp:spPr>
        <a:xfrm>
          <a:off x="0" y="226840"/>
          <a:ext cx="8172174" cy="1427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b="0" i="0" kern="1200" dirty="0" err="1"/>
            <a:t>Suatu</a:t>
          </a:r>
          <a:r>
            <a:rPr lang="en-ID" sz="2000" b="0" i="0" kern="1200" dirty="0"/>
            <a:t> </a:t>
          </a:r>
          <a:r>
            <a:rPr lang="en-ID" sz="2000" b="0" i="0" kern="1200" dirty="0" err="1"/>
            <a:t>organisasi</a:t>
          </a:r>
          <a:r>
            <a:rPr lang="en-ID" sz="2000" b="0" i="0" kern="1200" dirty="0"/>
            <a:t> </a:t>
          </a:r>
          <a:r>
            <a:rPr lang="en-ID" sz="2000" b="0" i="0" kern="1200" dirty="0" err="1"/>
            <a:t>membutuhkan</a:t>
          </a:r>
          <a:r>
            <a:rPr lang="en-ID" sz="2000" b="0" i="0" kern="1200" dirty="0"/>
            <a:t> </a:t>
          </a:r>
          <a:r>
            <a:rPr lang="en-ID" sz="2000" b="0" i="0" kern="1200" dirty="0" err="1"/>
            <a:t>suatu</a:t>
          </a:r>
          <a:r>
            <a:rPr lang="en-ID" sz="2000" b="0" i="0" kern="1200" dirty="0"/>
            <a:t> </a:t>
          </a:r>
          <a:r>
            <a:rPr lang="en-ID" sz="2000" b="0" i="0" kern="1200" dirty="0" err="1"/>
            <a:t>alat</a:t>
          </a:r>
          <a:r>
            <a:rPr lang="en-ID" sz="2000" b="0" i="0" kern="1200" dirty="0"/>
            <a:t> </a:t>
          </a:r>
          <a:r>
            <a:rPr lang="en-ID" sz="2000" b="0" i="0" kern="1200" dirty="0" err="1"/>
            <a:t>untuk</a:t>
          </a:r>
          <a:r>
            <a:rPr lang="en-ID" sz="2000" b="0" i="0" kern="1200" dirty="0"/>
            <a:t> </a:t>
          </a:r>
          <a:r>
            <a:rPr lang="en-ID" sz="2000" b="0" i="0" kern="1200" dirty="0" err="1"/>
            <a:t>mengukur</a:t>
          </a:r>
          <a:r>
            <a:rPr lang="en-ID" sz="2000" b="0" i="0" kern="1200" dirty="0"/>
            <a:t> </a:t>
          </a:r>
          <a:r>
            <a:rPr lang="en-ID" sz="2000" b="0" i="0" kern="1200" dirty="0" err="1"/>
            <a:t>kinerja</a:t>
          </a:r>
          <a:r>
            <a:rPr lang="en-ID" sz="2000" b="0" i="0" kern="1200" dirty="0"/>
            <a:t> </a:t>
          </a:r>
          <a:r>
            <a:rPr lang="en-ID" sz="2000" b="0" i="0" kern="1200" dirty="0" err="1"/>
            <a:t>setiap</a:t>
          </a:r>
          <a:r>
            <a:rPr lang="en-ID" sz="2000" b="0" i="0" kern="1200" dirty="0"/>
            <a:t> </a:t>
          </a:r>
          <a:r>
            <a:rPr lang="en-ID" sz="2000" b="0" i="0" kern="1200" dirty="0" err="1"/>
            <a:t>karyawan</a:t>
          </a:r>
          <a:r>
            <a:rPr lang="en-ID" sz="2000" b="0" i="0" kern="1200" dirty="0"/>
            <a:t>. </a:t>
          </a:r>
          <a:r>
            <a:rPr lang="en-ID" sz="2000" b="0" i="0" kern="1200" dirty="0" err="1"/>
            <a:t>Silahkan</a:t>
          </a:r>
          <a:r>
            <a:rPr lang="en-ID" sz="2000" b="0" i="0" kern="1200" dirty="0"/>
            <a:t> </a:t>
          </a:r>
          <a:r>
            <a:rPr lang="en-ID" sz="2000" b="0" i="0" kern="1200" dirty="0" err="1"/>
            <a:t>beri</a:t>
          </a:r>
          <a:r>
            <a:rPr lang="en-ID" sz="2000" b="0" i="0" kern="1200" dirty="0"/>
            <a:t> </a:t>
          </a:r>
          <a:r>
            <a:rPr lang="en-ID" sz="2000" b="0" i="0" kern="1200" dirty="0" err="1"/>
            <a:t>satu</a:t>
          </a:r>
          <a:r>
            <a:rPr lang="en-ID" sz="2000" b="0" i="0" kern="1200" dirty="0"/>
            <a:t> </a:t>
          </a:r>
          <a:r>
            <a:rPr lang="en-ID" sz="2000" b="0" i="0" kern="1200" dirty="0" err="1"/>
            <a:t>contoh</a:t>
          </a:r>
          <a:r>
            <a:rPr lang="en-ID" sz="2000" b="0" i="0" kern="1200" dirty="0"/>
            <a:t> </a:t>
          </a:r>
          <a:r>
            <a:rPr lang="en-ID" sz="2000" b="0" i="0" kern="1200" dirty="0" err="1"/>
            <a:t>sebuah</a:t>
          </a:r>
          <a:r>
            <a:rPr lang="en-ID" sz="2000" b="0" i="0" kern="1200" dirty="0"/>
            <a:t> system </a:t>
          </a:r>
          <a:r>
            <a:rPr lang="en-ID" sz="2000" b="0" i="0" kern="1200" dirty="0" err="1"/>
            <a:t>penilaian</a:t>
          </a:r>
          <a:r>
            <a:rPr lang="en-ID" sz="2000" b="0" i="0" kern="1200" dirty="0"/>
            <a:t> </a:t>
          </a:r>
          <a:r>
            <a:rPr lang="en-ID" sz="2000" b="0" i="0" kern="1200" dirty="0" err="1"/>
            <a:t>kinerja</a:t>
          </a:r>
          <a:r>
            <a:rPr lang="en-ID" sz="2000" b="0" i="0" kern="1200" dirty="0"/>
            <a:t> </a:t>
          </a:r>
          <a:r>
            <a:rPr lang="en-ID" sz="2000" b="0" i="0" kern="1200" dirty="0" err="1"/>
            <a:t>karyawan</a:t>
          </a:r>
          <a:r>
            <a:rPr lang="en-ID" sz="2000" b="0" i="0" kern="1200" dirty="0"/>
            <a:t> yang </a:t>
          </a:r>
          <a:r>
            <a:rPr lang="en-ID" sz="2000" b="0" i="0" kern="1200" dirty="0" err="1"/>
            <a:t>digunakan</a:t>
          </a:r>
          <a:r>
            <a:rPr lang="en-ID" sz="2000" b="0" i="0" kern="1200" dirty="0"/>
            <a:t> </a:t>
          </a:r>
          <a:r>
            <a:rPr lang="en-ID" sz="2000" kern="1200" dirty="0"/>
            <a:t>di </a:t>
          </a:r>
          <a:r>
            <a:rPr lang="en-ID" sz="2000" kern="1200" dirty="0" err="1"/>
            <a:t>sebuah</a:t>
          </a:r>
          <a:r>
            <a:rPr lang="en-ID" sz="2000" b="0" i="0" kern="1200" dirty="0"/>
            <a:t> </a:t>
          </a:r>
          <a:r>
            <a:rPr lang="en-ID" sz="2000" b="0" i="0" kern="1200" dirty="0" err="1"/>
            <a:t>perusahaan</a:t>
          </a:r>
          <a:r>
            <a:rPr lang="en-ID" sz="2000" b="0" i="0" kern="1200" dirty="0"/>
            <a:t>. </a:t>
          </a:r>
          <a:r>
            <a:rPr lang="en-ID" sz="2000" kern="1200" dirty="0" err="1"/>
            <a:t>Jelaskan</a:t>
          </a:r>
          <a:r>
            <a:rPr lang="en-ID" sz="2000" kern="1200" dirty="0"/>
            <a:t> instrument yang </a:t>
          </a:r>
          <a:r>
            <a:rPr lang="en-ID" sz="2000" kern="1200" dirty="0" err="1"/>
            <a:t>digunakan</a:t>
          </a:r>
          <a:r>
            <a:rPr lang="en-ID" sz="2000" kern="1200" dirty="0"/>
            <a:t> dan proses </a:t>
          </a:r>
          <a:r>
            <a:rPr lang="en-ID" sz="2000" kern="1200" dirty="0" err="1"/>
            <a:t>pelaksanaan</a:t>
          </a:r>
          <a:r>
            <a:rPr lang="en-ID" sz="2000" kern="1200" dirty="0"/>
            <a:t> </a:t>
          </a:r>
          <a:r>
            <a:rPr lang="en-ID" sz="2000" kern="1200" dirty="0" err="1"/>
            <a:t>penilaian</a:t>
          </a:r>
          <a:r>
            <a:rPr lang="en-ID" sz="2000" kern="1200" dirty="0"/>
            <a:t> </a:t>
          </a:r>
          <a:r>
            <a:rPr lang="en-ID" sz="2000" kern="1200" dirty="0" err="1"/>
            <a:t>kinerjanya</a:t>
          </a:r>
          <a:r>
            <a:rPr lang="en-ID" sz="2000" kern="1200" dirty="0"/>
            <a:t>. </a:t>
          </a:r>
        </a:p>
      </dsp:txBody>
      <dsp:txXfrm>
        <a:off x="69680" y="296520"/>
        <a:ext cx="8032814" cy="1288040"/>
      </dsp:txXfrm>
    </dsp:sp>
    <dsp:sp modelId="{A124FC49-64F5-495E-BBB6-15190165EF58}">
      <dsp:nvSpPr>
        <dsp:cNvPr id="0" name=""/>
        <dsp:cNvSpPr/>
      </dsp:nvSpPr>
      <dsp:spPr>
        <a:xfrm>
          <a:off x="0" y="1711841"/>
          <a:ext cx="8172174" cy="1427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2000" kern="1200" dirty="0" err="1"/>
            <a:t>Unggah</a:t>
          </a:r>
          <a:r>
            <a:rPr lang="en-ID" sz="2000" kern="1200" dirty="0"/>
            <a:t> </a:t>
          </a:r>
          <a:r>
            <a:rPr lang="en-ID" sz="2000" kern="1200" dirty="0" err="1"/>
            <a:t>Laporan</a:t>
          </a:r>
          <a:r>
            <a:rPr lang="en-ID" sz="2000" kern="1200" dirty="0"/>
            <a:t> di menu </a:t>
          </a:r>
          <a:r>
            <a:rPr lang="en-ID" sz="2000" kern="1200" dirty="0" err="1"/>
            <a:t>Tugas</a:t>
          </a:r>
          <a:r>
            <a:rPr lang="en-ID" sz="2000" kern="1200" dirty="0"/>
            <a:t> di e-campus </a:t>
          </a:r>
          <a:r>
            <a:rPr lang="en-ID" sz="2000" kern="1200" dirty="0" err="1"/>
            <a:t>sesuai</a:t>
          </a:r>
          <a:r>
            <a:rPr lang="en-ID" sz="2000" kern="1200" dirty="0"/>
            <a:t> </a:t>
          </a:r>
          <a:r>
            <a:rPr lang="en-ID" sz="2000" kern="1200" dirty="0" err="1"/>
            <a:t>tenggat</a:t>
          </a:r>
          <a:r>
            <a:rPr lang="en-ID" sz="2000" kern="1200" dirty="0"/>
            <a:t> </a:t>
          </a:r>
          <a:r>
            <a:rPr lang="en-ID" sz="2000" kern="1200" dirty="0" err="1"/>
            <a:t>waktu</a:t>
          </a:r>
          <a:r>
            <a:rPr lang="en-ID" sz="2000" kern="1200" dirty="0"/>
            <a:t>.</a:t>
          </a:r>
        </a:p>
      </dsp:txBody>
      <dsp:txXfrm>
        <a:off x="69680" y="1781521"/>
        <a:ext cx="8032814" cy="1288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3AFB9-0D9A-4A87-847C-E8A834A6C181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9DB67-A4FB-4F1B-B1BF-8EF73815DF1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498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it-IT"/>
              <a:t>Template PPT Bina Insani I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Nama Dosen, Sarjana, Magister.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65D2-C52A-45D1-873E-8CE55A0CE38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4719B-63C6-433B-99F7-33F09EF2D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6982E-7BEB-4934-AE5B-19E6BBC67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78361-25CA-4FCD-B242-8C5C8295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FCA09-6090-4296-8395-64CA0EF64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A17F-9312-4603-821F-80E4314DA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463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2790-BDDA-4F4C-B07F-BA9A0689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7A0C9-3720-49F4-8546-B132BA030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DDBD-210D-4EE4-A7FE-114B3CD4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4BBD-9B14-4FF0-A049-5E96E47D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1B4A6-D448-461B-AEE6-ACCE920E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1375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7F2D-44BB-493D-8381-10A4AAEAF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043A2-78B1-4CCE-A09C-7458A314B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E940A-A432-4378-A94F-9CA75C39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467B3-2EBA-40D1-9C60-56BF7A910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79845-3DA7-4F8F-8979-BEB4A246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472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E0B4-2ACA-46D4-81D4-674D0CD0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87D0E-A27E-417F-83F1-954F02991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E362B-7A3D-4172-845E-53C2029D7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A2AF2-1E79-4FA8-B4CC-3A1FDB7B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D15B8-10FE-4774-B8F0-CC8504F1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322F1-0532-42CC-9E7B-22B8FE4C6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584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0DD6-0AC7-418C-9F55-7945D94D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6699E-E638-461A-9FDF-BB3308E2C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B54A6-E1D0-4503-AE70-38FA13FD8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551F1-EE80-485A-A89E-9A30F4A8B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A7652-9B00-4455-A4CA-6814F4B2B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69C742-03F7-450B-A8E0-01F70766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0E8FB-5269-43AC-A4E2-72140F9F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92D6E7-5678-4F3F-A687-B7EFC63A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808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A387-6341-451C-A263-09B399A2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49052-84E1-4BFD-93D9-3C02375B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8242A-25F9-4CD5-A84F-AE940B7F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93620-D877-4B41-817A-39404877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598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0EA9C-5C03-479F-8374-19621E3E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8F717-3C5B-466B-96A6-A50477D4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46DA2-8233-4E74-A4FF-88DEC26A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03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A197-EFF7-48E9-907F-7F951019E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CB2A-7C45-435E-97EB-423005FFA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0958C-0E4D-4A9E-91E9-903659E1E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62C18-ED65-42FF-BD9F-8D94A63A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E3A43-DA30-4C06-906B-426CDE33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FFFAC-9BB5-4FB3-9EEF-DCE1B9E9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734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54DD-11A3-4718-ACB8-77310284C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6D5C3-A279-431B-98E4-5B18DF00F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AAB36-59E0-4EFB-BE66-33A06E6CA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5EBA0-A587-4463-B7E8-F04E0EF8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865E3-8498-4EED-8628-9052BD11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6F776-A755-4839-961B-350719E0C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350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2E96-5F77-49EE-9B3B-1B40D812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AFC78-4928-4500-8FEC-95393D09C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389B6-0872-4474-9D31-B3EF3B1D6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45FED-B6C7-4B9A-821D-6815B80DD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ECB63-B2BA-4C65-9980-C0083877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03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0CAE7-A277-4F51-A4ED-BB45E9EE2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FCF30-5A39-4D39-80AD-227579063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C6722-0902-470E-832B-17C323AC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B9650-5F7C-478D-BCCA-BB40B44D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B1F35-C2BE-467C-ACE7-8C7D4C68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8697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304802" y="4839352"/>
            <a:ext cx="934944" cy="1569659"/>
            <a:chOff x="152400" y="3627731"/>
            <a:chExt cx="839643" cy="1409662"/>
          </a:xfrm>
        </p:grpSpPr>
        <p:sp>
          <p:nvSpPr>
            <p:cNvPr id="6" name="TextBox 5"/>
            <p:cNvSpPr txBox="1"/>
            <p:nvPr userDrawn="1"/>
          </p:nvSpPr>
          <p:spPr>
            <a:xfrm rot="20783537">
              <a:off x="165421" y="3627731"/>
              <a:ext cx="826622" cy="1409662"/>
            </a:xfrm>
            <a:prstGeom prst="rect">
              <a:avLst/>
            </a:prstGeom>
            <a:noFill/>
            <a:ln w="12700">
              <a:solidFill>
                <a:srgbClr val="00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75528"/>
                  </a:solidFill>
                  <a:latin typeface="Freestyle Script" pitchFamily="66" charset="0"/>
                  <a:cs typeface="Adobe Arabic" pitchFamily="18" charset="-78"/>
                </a:rPr>
                <a:t>Bigger</a:t>
              </a:r>
            </a:p>
            <a:p>
              <a:r>
                <a:rPr lang="en-US" sz="3200" dirty="0">
                  <a:solidFill>
                    <a:srgbClr val="075528"/>
                  </a:solidFill>
                  <a:latin typeface="Freestyle Script" pitchFamily="66" charset="0"/>
                  <a:cs typeface="Adobe Arabic" pitchFamily="18" charset="-78"/>
                </a:rPr>
                <a:t>Better</a:t>
              </a:r>
            </a:p>
            <a:p>
              <a:r>
                <a:rPr lang="en-US" sz="3200" dirty="0">
                  <a:solidFill>
                    <a:srgbClr val="075528"/>
                  </a:solidFill>
                  <a:latin typeface="Freestyle Script" pitchFamily="66" charset="0"/>
                  <a:cs typeface="Adobe Arabic" pitchFamily="18" charset="-78"/>
                </a:rPr>
                <a:t>Higher</a:t>
              </a:r>
              <a:endParaRPr lang="id-ID" sz="3200" dirty="0">
                <a:solidFill>
                  <a:srgbClr val="075528"/>
                </a:solidFill>
                <a:latin typeface="Freestyle Script" pitchFamily="66" charset="0"/>
                <a:cs typeface="Adobe Arabic" pitchFamily="18" charset="-78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52400" y="3638550"/>
              <a:ext cx="838200" cy="1371600"/>
            </a:xfrm>
            <a:prstGeom prst="rect">
              <a:avLst/>
            </a:prstGeom>
            <a:noFill/>
            <a:ln w="12700">
              <a:solidFill>
                <a:srgbClr val="0D93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</p:grpSp>
    </p:spTree>
    <p:extLst>
      <p:ext uri="{BB962C8B-B14F-4D97-AF65-F5344CB8AC3E}">
        <p14:creationId xmlns:p14="http://schemas.microsoft.com/office/powerpoint/2010/main" val="70138486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A83D97-3AAA-40A6-A197-71A30F13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D7A9A-2A3A-453A-851F-AE1A1CD29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1FBD-FB53-46DB-8B0F-376603F97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BFD7D-C368-4EC8-8695-719FBCD9644B}" type="datetimeFigureOut">
              <a:rPr lang="en-ID" smtClean="0"/>
              <a:t>19/11/2022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65523-1C77-48E4-B95E-A13DF7BD1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0C9B1-DB83-4882-B40B-6A8F1A910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D2DD9-9DEF-4901-B5DE-2F52283FB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789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hyperlink" Target="https://anujmagazine.blogspot.com/2015/09/will-performance-management-as-we-know.html" TargetMode="Externa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13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5788C55-028A-5E4C-F977-92D17733BA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rcRect b="10004"/>
          <a:stretch/>
        </p:blipFill>
        <p:spPr>
          <a:xfrm>
            <a:off x="2634837" y="903396"/>
            <a:ext cx="7688605" cy="537057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475337" y="169000"/>
            <a:ext cx="5241325" cy="812800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solidFill>
                  <a:schemeClr val="accent3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spcBef>
                <a:spcPct val="0"/>
              </a:spcBef>
              <a:defRPr/>
            </a:pPr>
            <a:r>
              <a:rPr lang="en-US" altLang="ko-KR" sz="4267" b="1" dirty="0">
                <a:solidFill>
                  <a:srgbClr val="0858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 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ID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PERTEMUAN 13</a:t>
            </a:r>
            <a:r>
              <a:rPr lang="en-ID" sz="35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/>
            </a:r>
            <a:br>
              <a:rPr lang="en-ID" sz="35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</a:br>
            <a:endParaRPr lang="ko-KR" altLang="en-US" sz="35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616067" y="4966307"/>
            <a:ext cx="4876800" cy="63442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3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algn="ctr" defTabSz="1219170" latinLnBrk="1">
              <a:spcBef>
                <a:spcPct val="20000"/>
              </a:spcBef>
              <a:defRPr/>
            </a:pPr>
            <a:r>
              <a:rPr lang="en-US" altLang="ko-KR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NOVEMBER  </a:t>
            </a:r>
            <a:r>
              <a:rPr lang="en-US" altLang="ko-KR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58" y="6022335"/>
            <a:ext cx="1466820" cy="1950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185" y="6022335"/>
            <a:ext cx="1200676" cy="1950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806" y="6022335"/>
            <a:ext cx="1122748" cy="1950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361" y="6028566"/>
            <a:ext cx="1625391" cy="19988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D93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/>
          <p:cNvSpPr/>
          <p:nvPr/>
        </p:nvSpPr>
        <p:spPr>
          <a:xfrm>
            <a:off x="4086763" y="6426201"/>
            <a:ext cx="42017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Freestyle Script" pitchFamily="66" charset="0"/>
                <a:cs typeface="Arial" pitchFamily="34" charset="0"/>
              </a:rPr>
              <a:t>Jl. Raya </a:t>
            </a:r>
            <a:r>
              <a:rPr lang="en-US" sz="2400" dirty="0" err="1">
                <a:solidFill>
                  <a:srgbClr val="FFFF00"/>
                </a:solidFill>
                <a:latin typeface="Freestyle Script" pitchFamily="66" charset="0"/>
                <a:cs typeface="Arial" pitchFamily="34" charset="0"/>
              </a:rPr>
              <a:t>Siliwangi</a:t>
            </a:r>
            <a:r>
              <a:rPr lang="en-US" sz="2400" dirty="0">
                <a:solidFill>
                  <a:srgbClr val="FFFF00"/>
                </a:solidFill>
                <a:latin typeface="Freestyle Script" pitchFamily="66" charset="0"/>
                <a:cs typeface="Arial" pitchFamily="34" charset="0"/>
              </a:rPr>
              <a:t> No. 6 </a:t>
            </a:r>
            <a:r>
              <a:rPr lang="en-US" sz="2400" dirty="0" err="1">
                <a:solidFill>
                  <a:srgbClr val="FFFF00"/>
                </a:solidFill>
                <a:latin typeface="Freestyle Script" pitchFamily="66" charset="0"/>
                <a:cs typeface="Arial" pitchFamily="34" charset="0"/>
              </a:rPr>
              <a:t>Rawa</a:t>
            </a:r>
            <a:r>
              <a:rPr lang="en-US" sz="2400" dirty="0">
                <a:solidFill>
                  <a:srgbClr val="FFFF00"/>
                </a:solidFill>
                <a:latin typeface="Freestyle Script" pitchFamily="66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Freestyle Script" pitchFamily="66" charset="0"/>
                <a:cs typeface="Arial" pitchFamily="34" charset="0"/>
              </a:rPr>
              <a:t>Panjang</a:t>
            </a:r>
            <a:r>
              <a:rPr lang="en-US" sz="2400" dirty="0">
                <a:solidFill>
                  <a:srgbClr val="FFFF00"/>
                </a:solidFill>
                <a:latin typeface="Freestyle Script" pitchFamily="66" charset="0"/>
                <a:cs typeface="Arial" pitchFamily="34" charset="0"/>
              </a:rPr>
              <a:t> – </a:t>
            </a:r>
            <a:r>
              <a:rPr lang="en-US" sz="2400" dirty="0" err="1">
                <a:solidFill>
                  <a:srgbClr val="FFFF00"/>
                </a:solidFill>
                <a:latin typeface="Freestyle Script" pitchFamily="66" charset="0"/>
                <a:cs typeface="Arial" pitchFamily="34" charset="0"/>
              </a:rPr>
              <a:t>Bekasi</a:t>
            </a:r>
            <a:endParaRPr lang="en-US" sz="2400" dirty="0">
              <a:solidFill>
                <a:srgbClr val="FFFF00"/>
              </a:solidFill>
              <a:latin typeface="Freestyle Script" pitchFamily="66" charset="0"/>
              <a:cs typeface="Arial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2634838" y="1707040"/>
            <a:ext cx="6839257" cy="1315857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solidFill>
                  <a:schemeClr val="accent3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algn="ctr"/>
            <a:endParaRPr lang="en-US" sz="35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MANAJEMEN  </a:t>
            </a:r>
          </a:p>
          <a:p>
            <a:pPr algn="ctr"/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PENILAIAN KINERJA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  <a:cs typeface="Calibri" pitchFamily="34" charset="0"/>
              </a:rPr>
              <a:t> </a:t>
            </a:r>
            <a:r>
              <a:rPr lang="en-ID" dirty="0"/>
              <a:t>	</a:t>
            </a:r>
          </a:p>
          <a:p>
            <a:pPr algn="ctr"/>
            <a:r>
              <a:rPr lang="en-ID"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3514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3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3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>
        <p:tmplLst>
          <p:tmpl lvl="1">
            <p:tnLst>
              <p:par>
                <p:cTn presetID="12" presetClass="entr" presetSubtype="1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lide(fromTo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3675165-3C89-429C-B4E7-043A70DF1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6504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74FB39A-24F4-4FB9-B469-0789B7A3A6E9}"/>
              </a:ext>
            </a:extLst>
          </p:cNvPr>
          <p:cNvSpPr txBox="1">
            <a:spLocks/>
          </p:cNvSpPr>
          <p:nvPr/>
        </p:nvSpPr>
        <p:spPr>
          <a:xfrm>
            <a:off x="3046412" y="576118"/>
            <a:ext cx="6099175" cy="666750"/>
          </a:xfrm>
          <a:prstGeom prst="rect">
            <a:avLst/>
          </a:prstGeom>
        </p:spPr>
        <p:txBody>
          <a:bodyPr rtlCol="0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SASARAN PEMBELAJARAN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FFD5FE-FCB4-483B-82DB-B65E055190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574502"/>
              </p:ext>
            </p:extLst>
          </p:nvPr>
        </p:nvGraphicFramePr>
        <p:xfrm>
          <a:off x="2559730" y="2123031"/>
          <a:ext cx="7596463" cy="2246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7E4C9655-98B2-4B3E-879E-DC1719AB4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495017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A7CE-A2C2-4A85-98D8-C45C663A305D}"/>
              </a:ext>
            </a:extLst>
          </p:cNvPr>
          <p:cNvSpPr txBox="1">
            <a:spLocks/>
          </p:cNvSpPr>
          <p:nvPr/>
        </p:nvSpPr>
        <p:spPr>
          <a:xfrm>
            <a:off x="2988849" y="251755"/>
            <a:ext cx="6884021" cy="1164965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PENGERTIAN MANAJEMEN KINERJA</a:t>
            </a:r>
            <a:endParaRPr lang="id-ID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98B140A-FFB8-B955-85DD-974C79D83D0D}"/>
              </a:ext>
            </a:extLst>
          </p:cNvPr>
          <p:cNvGraphicFramePr/>
          <p:nvPr/>
        </p:nvGraphicFramePr>
        <p:xfrm>
          <a:off x="2336800" y="2062004"/>
          <a:ext cx="8713935" cy="2062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E8FD68B8-F65B-435E-AC9A-541D7DF3B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6504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198CD1A-6908-41A5-B236-FA5518B3D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541066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DFA6B8-A72E-487C-A77C-BE3710320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39757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C29E9C2-73A7-8934-E269-59B647BD16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2246021"/>
              </p:ext>
            </p:extLst>
          </p:nvPr>
        </p:nvGraphicFramePr>
        <p:xfrm>
          <a:off x="2776813" y="2425118"/>
          <a:ext cx="8169483" cy="2305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E0BC771-1D8C-44B3-9F07-09E20425EB0B}"/>
              </a:ext>
            </a:extLst>
          </p:cNvPr>
          <p:cNvSpPr txBox="1">
            <a:spLocks/>
          </p:cNvSpPr>
          <p:nvPr/>
        </p:nvSpPr>
        <p:spPr>
          <a:xfrm>
            <a:off x="2776813" y="325018"/>
            <a:ext cx="7732643" cy="829303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TUJUAN MANAJEMEN KINERJA</a:t>
            </a:r>
            <a:endParaRPr lang="id-ID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3F96208-83D8-FABB-D72F-8CF10CABB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810471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B0C234-9CCF-4ACB-86C9-75E1B8AA9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3253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D3C247-802A-45F6-A911-1A2D67D3F913}"/>
              </a:ext>
            </a:extLst>
          </p:cNvPr>
          <p:cNvSpPr txBox="1"/>
          <p:nvPr/>
        </p:nvSpPr>
        <p:spPr>
          <a:xfrm>
            <a:off x="3675586" y="258282"/>
            <a:ext cx="61092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Syarat</a:t>
            </a:r>
            <a:r>
              <a:rPr lang="en-ID" sz="4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ID" sz="4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Kinerja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8680D83-0959-8B49-2E34-453C111397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218224"/>
              </p:ext>
            </p:extLst>
          </p:nvPr>
        </p:nvGraphicFramePr>
        <p:xfrm>
          <a:off x="1663147" y="1623971"/>
          <a:ext cx="9879495" cy="4737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E81F8CEB-5B64-700B-0B6E-8FA954ABA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047063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FE6671-F7C9-4C37-BF4B-DA25BC7C4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3253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1FC981-8FCF-4436-BC56-94D3DFDCF843}"/>
              </a:ext>
            </a:extLst>
          </p:cNvPr>
          <p:cNvSpPr txBox="1"/>
          <p:nvPr/>
        </p:nvSpPr>
        <p:spPr>
          <a:xfrm>
            <a:off x="2843065" y="222163"/>
            <a:ext cx="71495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0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Siklus</a:t>
            </a:r>
            <a:r>
              <a:rPr lang="en-ID" sz="3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Proses </a:t>
            </a:r>
            <a:r>
              <a:rPr lang="en-ID" sz="30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ID" sz="3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Kinerja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FEDE31B-90AC-41E7-AA6C-BFE585E4F9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5954015"/>
              </p:ext>
            </p:extLst>
          </p:nvPr>
        </p:nvGraphicFramePr>
        <p:xfrm>
          <a:off x="2165626" y="1406359"/>
          <a:ext cx="7681844" cy="4861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17833F18-EC1D-18E3-9F48-9DCA9100E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301141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9A583E-7D20-4973-8DCF-565D7392E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868559E-4A60-49BC-815B-C126324158A3}"/>
              </a:ext>
            </a:extLst>
          </p:cNvPr>
          <p:cNvSpPr txBox="1">
            <a:spLocks/>
          </p:cNvSpPr>
          <p:nvPr/>
        </p:nvSpPr>
        <p:spPr>
          <a:xfrm>
            <a:off x="3357385" y="313737"/>
            <a:ext cx="6990038" cy="1284234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PENGERTIAN PENILAIAN KINERJA KARYAWAN</a:t>
            </a:r>
            <a:endParaRPr lang="id-ID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3006C64-E824-2D87-3974-04A6FA01E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4398417"/>
              </p:ext>
            </p:extLst>
          </p:nvPr>
        </p:nvGraphicFramePr>
        <p:xfrm>
          <a:off x="483704" y="1842052"/>
          <a:ext cx="8315739" cy="1934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01C45A4-C1E4-3927-12E6-668491B4D4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6836316"/>
              </p:ext>
            </p:extLst>
          </p:nvPr>
        </p:nvGraphicFramePr>
        <p:xfrm>
          <a:off x="3849755" y="3919070"/>
          <a:ext cx="8050695" cy="2163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0A712B5D-0BF2-859B-A235-22905E393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83530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298BA2-8F1A-4402-9363-4C8D8DD49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4E1F09F-94D8-4597-9ED8-00E84F70556B}"/>
              </a:ext>
            </a:extLst>
          </p:cNvPr>
          <p:cNvSpPr txBox="1">
            <a:spLocks/>
          </p:cNvSpPr>
          <p:nvPr/>
        </p:nvSpPr>
        <p:spPr>
          <a:xfrm>
            <a:off x="3386412" y="343354"/>
            <a:ext cx="6764751" cy="686708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Mengapa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PK?</a:t>
            </a:r>
            <a:endParaRPr lang="id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6D4C487-9666-4266-9B39-01FAD93831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9580488"/>
              </p:ext>
            </p:extLst>
          </p:nvPr>
        </p:nvGraphicFramePr>
        <p:xfrm>
          <a:off x="3291870" y="1546415"/>
          <a:ext cx="7376130" cy="4816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2">
            <a:extLst>
              <a:ext uri="{FF2B5EF4-FFF2-40B4-BE49-F238E27FC236}">
                <a16:creationId xmlns:a16="http://schemas.microsoft.com/office/drawing/2014/main" id="{E7861CE7-A6FE-78B8-F1E6-BCF94D665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4475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D57B1-25CC-417A-A4EE-C8AC3C0B5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25278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7F6CC73-9A6E-4706-B571-465C2E466743}"/>
              </a:ext>
            </a:extLst>
          </p:cNvPr>
          <p:cNvSpPr txBox="1">
            <a:spLocks/>
          </p:cNvSpPr>
          <p:nvPr/>
        </p:nvSpPr>
        <p:spPr>
          <a:xfrm>
            <a:off x="3386414" y="557818"/>
            <a:ext cx="6764751" cy="686708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id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F68AF8-912A-4859-9E16-88D0C11942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9901183"/>
              </p:ext>
            </p:extLst>
          </p:nvPr>
        </p:nvGraphicFramePr>
        <p:xfrm>
          <a:off x="1928675" y="840435"/>
          <a:ext cx="9123638" cy="5241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A282B596-9F85-7880-64D2-1AFA88CC8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3363555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C79F2E-B46C-44C2-908D-BE2FB3E5E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AEAFFC7-7EB0-4C71-8ED2-5D6C6C6FC317}"/>
              </a:ext>
            </a:extLst>
          </p:cNvPr>
          <p:cNvSpPr txBox="1">
            <a:spLocks/>
          </p:cNvSpPr>
          <p:nvPr/>
        </p:nvSpPr>
        <p:spPr>
          <a:xfrm>
            <a:off x="3293649" y="274221"/>
            <a:ext cx="7003290" cy="1098704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SIAPA YANG MELAKUKAN PENILAIAN KINERJA</a:t>
            </a:r>
            <a:endParaRPr lang="id-ID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1B3F1A-CB0F-4F75-96BA-FBBDB77BE9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7012732"/>
              </p:ext>
            </p:extLst>
          </p:nvPr>
        </p:nvGraphicFramePr>
        <p:xfrm>
          <a:off x="2336800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382FA410-88CA-6E37-55A1-1A2A32B0A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754399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59711B52-BD1A-4017-8082-8EEF0721A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1278" y="213633"/>
            <a:ext cx="5943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LANGKAH-LANGKAH DALAM MENILAI KINERJA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CBCD94-7CB2-4E4D-AA35-E2B1FCB29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A1A0E54-95A6-4775-91A2-27D375A9D0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5639201"/>
              </p:ext>
            </p:extLst>
          </p:nvPr>
        </p:nvGraphicFramePr>
        <p:xfrm>
          <a:off x="1749287" y="1679243"/>
          <a:ext cx="9157253" cy="4191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0032EF04-5354-D426-27FB-26B6E9ADC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902072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4D10806C-B948-4C58-AEBA-27D625894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1278" y="209654"/>
            <a:ext cx="5943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 DALAM PENILAIAN KINERJA KARYAWAN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23C77C-CE39-4937-B685-2F861752D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1C7C792-D66B-4B09-A0AC-49B44CB2D8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2398033"/>
              </p:ext>
            </p:extLst>
          </p:nvPr>
        </p:nvGraphicFramePr>
        <p:xfrm>
          <a:off x="1963530" y="1190265"/>
          <a:ext cx="9950174" cy="5184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47CB25C6-6BAF-1222-DFCE-15C15F9C5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46542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1DDF38-8B4C-D190-3F57-8E8F61077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F725BB-8601-75E9-280A-05CD0986A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3447" y="58600"/>
            <a:ext cx="1156837" cy="1033600"/>
          </a:xfrm>
          <a:prstGeom prst="rect">
            <a:avLst/>
          </a:prstGeom>
          <a:noFill/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F6D9D9BF-6ADA-1F8A-13AB-EE6EBFD4D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365" y="81744"/>
            <a:ext cx="594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 PENILAIAN KINERJA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3D93208-238B-5AB9-2200-B5AD6411B5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457769"/>
              </p:ext>
            </p:extLst>
          </p:nvPr>
        </p:nvGraphicFramePr>
        <p:xfrm>
          <a:off x="1351865" y="826339"/>
          <a:ext cx="10160000" cy="5934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6005547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D01C-9608-4040-B104-DC121D22686F}"/>
              </a:ext>
            </a:extLst>
          </p:cNvPr>
          <p:cNvSpPr txBox="1">
            <a:spLocks/>
          </p:cNvSpPr>
          <p:nvPr/>
        </p:nvSpPr>
        <p:spPr>
          <a:xfrm>
            <a:off x="2922588" y="213261"/>
            <a:ext cx="6099175" cy="666750"/>
          </a:xfrm>
          <a:prstGeom prst="rect">
            <a:avLst/>
          </a:prstGeom>
        </p:spPr>
        <p:txBody>
          <a:bodyPr rtlCol="0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PERTANYAAN DISKUSI</a:t>
            </a:r>
            <a:endParaRPr lang="id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F8262-E61D-4844-A49D-A087954FE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F6EF93C-1713-10D4-FDFD-161C0C3D5A59}"/>
              </a:ext>
            </a:extLst>
          </p:cNvPr>
          <p:cNvGraphicFramePr/>
          <p:nvPr>
            <p:extLst/>
          </p:nvPr>
        </p:nvGraphicFramePr>
        <p:xfrm>
          <a:off x="2578031" y="1659285"/>
          <a:ext cx="7997204" cy="3539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354081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D42ABE-5E53-40F8-8DA8-6313C840D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336800" cy="686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3307F09E-C107-43D0-9459-DA10C8268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1278" y="209654"/>
            <a:ext cx="517166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TUGAS </a:t>
            </a: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541BAAD-AEAC-DFC8-CB7E-362BA31EE3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6406421"/>
              </p:ext>
            </p:extLst>
          </p:nvPr>
        </p:nvGraphicFramePr>
        <p:xfrm>
          <a:off x="2336800" y="1576979"/>
          <a:ext cx="8172174" cy="3366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486128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2242</TotalTime>
  <Words>751</Words>
  <Application>Microsoft Office PowerPoint</Application>
  <PresentationFormat>Widescreen</PresentationFormat>
  <Paragraphs>109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맑은 고딕</vt:lpstr>
      <vt:lpstr>Adobe Arabic</vt:lpstr>
      <vt:lpstr>Arial</vt:lpstr>
      <vt:lpstr>Berlin Sans FB</vt:lpstr>
      <vt:lpstr>Calibri</vt:lpstr>
      <vt:lpstr>Calibri Light</vt:lpstr>
      <vt:lpstr>Freestyle Script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Shalahuddin</dc:creator>
  <cp:lastModifiedBy>Asus</cp:lastModifiedBy>
  <cp:revision>96</cp:revision>
  <cp:lastPrinted>2022-06-16T03:21:09Z</cp:lastPrinted>
  <dcterms:created xsi:type="dcterms:W3CDTF">2021-01-04T06:27:11Z</dcterms:created>
  <dcterms:modified xsi:type="dcterms:W3CDTF">2022-11-19T03:51:50Z</dcterms:modified>
</cp:coreProperties>
</file>