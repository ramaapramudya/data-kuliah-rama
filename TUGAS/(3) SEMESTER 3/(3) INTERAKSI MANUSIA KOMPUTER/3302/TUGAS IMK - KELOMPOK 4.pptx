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6858000" cy="9144000"/>
  <p:embeddedFontLst>
    <p:embeddedFont>
      <p:font typeface="Nunito ExtraBold" pitchFamily="2" charset="0"/>
      <p:bold r:id="rId20"/>
      <p:boldItalic r:id="rId21"/>
    </p:embeddedFont>
    <p:embeddedFont>
      <p:font typeface="Nunito Light" pitchFamily="2"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1" d="100"/>
          <a:sy n="91" d="100"/>
        </p:scale>
        <p:origin x="786" y="6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89ca72478c_0_16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89ca72478c_0_16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4c6c790d07_3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4c6c790d07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24c6c790d07_3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24c6c790d07_3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4c6c790d07_4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24c6c790d07_4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289ca72478c_0_16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289ca72478c_0_16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24c6c790d07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24c6c790d07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289ca72478c_0_16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289ca72478c_0_16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24c6c790d07_0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24c6c790d07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438d72d0ec0071a1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438d72d0ec0071a1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24c6c790d07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24c6c790d07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289e23050bb_1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289e23050bb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24c6c790d07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24c6c790d07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438d72d0ec0071a1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438d72d0ec0071a1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438d72d0ec0071a1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438d72d0ec0071a1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6a2b74dfe27acaa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6a2b74dfe27acaa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289ca72478c_0_17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289ca72478c_0_17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dk1"/>
              </a:buClr>
              <a:buSzPts val="1800"/>
              <a:buChar char="●"/>
              <a:defRPr>
                <a:solidFill>
                  <a:schemeClr val="dk1"/>
                </a:solidFill>
              </a:defRPr>
            </a:lvl1pPr>
            <a:lvl2pPr marL="914400" lvl="1" indent="-317500">
              <a:spcBef>
                <a:spcPts val="0"/>
              </a:spcBef>
              <a:spcAft>
                <a:spcPts val="0"/>
              </a:spcAft>
              <a:buClr>
                <a:schemeClr val="dk1"/>
              </a:buClr>
              <a:buSzPts val="1400"/>
              <a:buChar char="○"/>
              <a:defRPr>
                <a:solidFill>
                  <a:schemeClr val="dk1"/>
                </a:solidFill>
              </a:defRPr>
            </a:lvl2pPr>
            <a:lvl3pPr marL="1371600" lvl="2" indent="-317500">
              <a:spcBef>
                <a:spcPts val="0"/>
              </a:spcBef>
              <a:spcAft>
                <a:spcPts val="0"/>
              </a:spcAft>
              <a:buClr>
                <a:schemeClr val="dk1"/>
              </a:buClr>
              <a:buSzPts val="1400"/>
              <a:buChar char="■"/>
              <a:defRPr>
                <a:solidFill>
                  <a:schemeClr val="dk1"/>
                </a:solidFill>
              </a:defRPr>
            </a:lvl3pPr>
            <a:lvl4pPr marL="1828800" lvl="3" indent="-317500">
              <a:spcBef>
                <a:spcPts val="0"/>
              </a:spcBef>
              <a:spcAft>
                <a:spcPts val="0"/>
              </a:spcAft>
              <a:buClr>
                <a:schemeClr val="dk1"/>
              </a:buClr>
              <a:buSzPts val="1400"/>
              <a:buChar char="●"/>
              <a:defRPr>
                <a:solidFill>
                  <a:schemeClr val="dk1"/>
                </a:solidFill>
              </a:defRPr>
            </a:lvl4pPr>
            <a:lvl5pPr marL="2286000" lvl="4" indent="-317500">
              <a:spcBef>
                <a:spcPts val="0"/>
              </a:spcBef>
              <a:spcAft>
                <a:spcPts val="0"/>
              </a:spcAft>
              <a:buClr>
                <a:schemeClr val="dk1"/>
              </a:buClr>
              <a:buSzPts val="1400"/>
              <a:buChar char="○"/>
              <a:defRPr>
                <a:solidFill>
                  <a:schemeClr val="dk1"/>
                </a:solidFill>
              </a:defRPr>
            </a:lvl5pPr>
            <a:lvl6pPr marL="2743200" lvl="5" indent="-317500">
              <a:spcBef>
                <a:spcPts val="0"/>
              </a:spcBef>
              <a:spcAft>
                <a:spcPts val="0"/>
              </a:spcAft>
              <a:buClr>
                <a:schemeClr val="dk1"/>
              </a:buClr>
              <a:buSzPts val="1400"/>
              <a:buChar char="■"/>
              <a:defRPr>
                <a:solidFill>
                  <a:schemeClr val="dk1"/>
                </a:solidFill>
              </a:defRPr>
            </a:lvl6pPr>
            <a:lvl7pPr marL="3200400" lvl="6" indent="-317500">
              <a:spcBef>
                <a:spcPts val="0"/>
              </a:spcBef>
              <a:spcAft>
                <a:spcPts val="0"/>
              </a:spcAft>
              <a:buClr>
                <a:schemeClr val="dk1"/>
              </a:buClr>
              <a:buSzPts val="1400"/>
              <a:buChar char="●"/>
              <a:defRPr>
                <a:solidFill>
                  <a:schemeClr val="dk1"/>
                </a:solidFill>
              </a:defRPr>
            </a:lvl7pPr>
            <a:lvl8pPr marL="3657600" lvl="7" indent="-317500">
              <a:spcBef>
                <a:spcPts val="0"/>
              </a:spcBef>
              <a:spcAft>
                <a:spcPts val="0"/>
              </a:spcAft>
              <a:buClr>
                <a:schemeClr val="dk1"/>
              </a:buClr>
              <a:buSzPts val="1400"/>
              <a:buChar char="○"/>
              <a:defRPr>
                <a:solidFill>
                  <a:schemeClr val="dk1"/>
                </a:solidFill>
              </a:defRPr>
            </a:lvl8pPr>
            <a:lvl9pPr marL="4114800" lvl="8" indent="-317500">
              <a:spcBef>
                <a:spcPts val="0"/>
              </a:spcBef>
              <a:spcAft>
                <a:spcPts val="0"/>
              </a:spcAft>
              <a:buClr>
                <a:schemeClr val="dk1"/>
              </a:buClr>
              <a:buSzPts val="1400"/>
              <a:buChar char="■"/>
              <a:defRPr>
                <a:solidFill>
                  <a:schemeClr val="dk1"/>
                </a:solidFill>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dark-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lt2"/>
              </a:buClr>
              <a:buSzPts val="1800"/>
              <a:buChar char="●"/>
              <a:defRPr sz="1800">
                <a:solidFill>
                  <a:schemeClr val="lt2"/>
                </a:solidFill>
              </a:defRPr>
            </a:lvl1pPr>
            <a:lvl2pPr marL="914400" lvl="1" indent="-317500">
              <a:lnSpc>
                <a:spcPct val="115000"/>
              </a:lnSpc>
              <a:spcBef>
                <a:spcPts val="0"/>
              </a:spcBef>
              <a:spcAft>
                <a:spcPts val="0"/>
              </a:spcAft>
              <a:buClr>
                <a:schemeClr val="lt2"/>
              </a:buClr>
              <a:buSzPts val="1400"/>
              <a:buChar char="○"/>
              <a:defRPr>
                <a:solidFill>
                  <a:schemeClr val="lt2"/>
                </a:solidFill>
              </a:defRPr>
            </a:lvl2pPr>
            <a:lvl3pPr marL="1371600" lvl="2" indent="-317500">
              <a:lnSpc>
                <a:spcPct val="115000"/>
              </a:lnSpc>
              <a:spcBef>
                <a:spcPts val="0"/>
              </a:spcBef>
              <a:spcAft>
                <a:spcPts val="0"/>
              </a:spcAft>
              <a:buClr>
                <a:schemeClr val="lt2"/>
              </a:buClr>
              <a:buSzPts val="1400"/>
              <a:buChar char="■"/>
              <a:defRPr>
                <a:solidFill>
                  <a:schemeClr val="lt2"/>
                </a:solidFill>
              </a:defRPr>
            </a:lvl3pPr>
            <a:lvl4pPr marL="1828800" lvl="3" indent="-317500">
              <a:lnSpc>
                <a:spcPct val="115000"/>
              </a:lnSpc>
              <a:spcBef>
                <a:spcPts val="0"/>
              </a:spcBef>
              <a:spcAft>
                <a:spcPts val="0"/>
              </a:spcAft>
              <a:buClr>
                <a:schemeClr val="lt2"/>
              </a:buClr>
              <a:buSzPts val="1400"/>
              <a:buChar char="●"/>
              <a:defRPr>
                <a:solidFill>
                  <a:schemeClr val="lt2"/>
                </a:solidFill>
              </a:defRPr>
            </a:lvl4pPr>
            <a:lvl5pPr marL="2286000" lvl="4" indent="-317500">
              <a:lnSpc>
                <a:spcPct val="115000"/>
              </a:lnSpc>
              <a:spcBef>
                <a:spcPts val="0"/>
              </a:spcBef>
              <a:spcAft>
                <a:spcPts val="0"/>
              </a:spcAft>
              <a:buClr>
                <a:schemeClr val="lt2"/>
              </a:buClr>
              <a:buSzPts val="1400"/>
              <a:buChar char="○"/>
              <a:defRPr>
                <a:solidFill>
                  <a:schemeClr val="lt2"/>
                </a:solidFill>
              </a:defRPr>
            </a:lvl5pPr>
            <a:lvl6pPr marL="2743200" lvl="5" indent="-317500">
              <a:lnSpc>
                <a:spcPct val="115000"/>
              </a:lnSpc>
              <a:spcBef>
                <a:spcPts val="0"/>
              </a:spcBef>
              <a:spcAft>
                <a:spcPts val="0"/>
              </a:spcAft>
              <a:buClr>
                <a:schemeClr val="lt2"/>
              </a:buClr>
              <a:buSzPts val="1400"/>
              <a:buChar char="■"/>
              <a:defRPr>
                <a:solidFill>
                  <a:schemeClr val="lt2"/>
                </a:solidFill>
              </a:defRPr>
            </a:lvl6pPr>
            <a:lvl7pPr marL="3200400" lvl="6" indent="-317500">
              <a:lnSpc>
                <a:spcPct val="115000"/>
              </a:lnSpc>
              <a:spcBef>
                <a:spcPts val="0"/>
              </a:spcBef>
              <a:spcAft>
                <a:spcPts val="0"/>
              </a:spcAft>
              <a:buClr>
                <a:schemeClr val="lt2"/>
              </a:buClr>
              <a:buSzPts val="1400"/>
              <a:buChar char="●"/>
              <a:defRPr>
                <a:solidFill>
                  <a:schemeClr val="lt2"/>
                </a:solidFill>
              </a:defRPr>
            </a:lvl7pPr>
            <a:lvl8pPr marL="3657600" lvl="7" indent="-317500">
              <a:lnSpc>
                <a:spcPct val="115000"/>
              </a:lnSpc>
              <a:spcBef>
                <a:spcPts val="0"/>
              </a:spcBef>
              <a:spcAft>
                <a:spcPts val="0"/>
              </a:spcAft>
              <a:buClr>
                <a:schemeClr val="lt2"/>
              </a:buClr>
              <a:buSzPts val="1400"/>
              <a:buChar char="○"/>
              <a:defRPr>
                <a:solidFill>
                  <a:schemeClr val="lt2"/>
                </a:solidFill>
              </a:defRPr>
            </a:lvl8pPr>
            <a:lvl9pPr marL="4114800" lvl="8" indent="-317500">
              <a:lnSpc>
                <a:spcPct val="115000"/>
              </a:lnSpc>
              <a:spcBef>
                <a:spcPts val="0"/>
              </a:spcBef>
              <a:spcAft>
                <a:spcPts val="0"/>
              </a:spcAft>
              <a:buClr>
                <a:schemeClr val="lt2"/>
              </a:buClr>
              <a:buSzPts val="1400"/>
              <a:buChar char="■"/>
              <a:defRPr>
                <a:solidFill>
                  <a:schemeClr val="lt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5.jpg"/></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7"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7.jpg"/><Relationship Id="rId7"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2.pn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2.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0" y="3590925"/>
            <a:ext cx="8520600" cy="79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sz="3000">
                <a:latin typeface="Nunito ExtraBold"/>
                <a:ea typeface="Nunito ExtraBold"/>
                <a:cs typeface="Nunito ExtraBold"/>
                <a:sym typeface="Nunito ExtraBold"/>
              </a:rPr>
              <a:t>FIREFOX VS CHROME VS BRAVE</a:t>
            </a:r>
            <a:endParaRPr sz="3000">
              <a:latin typeface="Nunito ExtraBold"/>
              <a:ea typeface="Nunito ExtraBold"/>
              <a:cs typeface="Nunito ExtraBold"/>
              <a:sym typeface="Nunito ExtraBold"/>
            </a:endParaRPr>
          </a:p>
        </p:txBody>
      </p:sp>
      <p:sp>
        <p:nvSpPr>
          <p:cNvPr id="55" name="Google Shape;55;p13"/>
          <p:cNvSpPr txBox="1">
            <a:spLocks noGrp="1"/>
          </p:cNvSpPr>
          <p:nvPr>
            <p:ph type="subTitle" idx="1"/>
          </p:nvPr>
        </p:nvSpPr>
        <p:spPr>
          <a:xfrm>
            <a:off x="311700" y="4299200"/>
            <a:ext cx="8520600" cy="4713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1800">
                <a:latin typeface="Nunito Light"/>
                <a:ea typeface="Nunito Light"/>
                <a:cs typeface="Nunito Light"/>
                <a:sym typeface="Nunito Light"/>
              </a:rPr>
              <a:t>Dibuat oleh Kelompok 4</a:t>
            </a:r>
            <a:endParaRPr sz="1800">
              <a:latin typeface="Nunito Light"/>
              <a:ea typeface="Nunito Light"/>
              <a:cs typeface="Nunito Light"/>
              <a:sym typeface="Nunito Light"/>
            </a:endParaRPr>
          </a:p>
        </p:txBody>
      </p:sp>
      <p:pic>
        <p:nvPicPr>
          <p:cNvPr id="56" name="Google Shape;56;p13"/>
          <p:cNvPicPr preferRelativeResize="0"/>
          <p:nvPr/>
        </p:nvPicPr>
        <p:blipFill>
          <a:blip r:embed="rId3">
            <a:alphaModFix/>
          </a:blip>
          <a:stretch>
            <a:fillRect/>
          </a:stretch>
        </p:blipFill>
        <p:spPr>
          <a:xfrm>
            <a:off x="1032423" y="1027425"/>
            <a:ext cx="1552424" cy="1613076"/>
          </a:xfrm>
          <a:prstGeom prst="rect">
            <a:avLst/>
          </a:prstGeom>
          <a:noFill/>
          <a:ln>
            <a:noFill/>
          </a:ln>
          <a:effectLst>
            <a:outerShdw blurRad="828675" dist="19050" dir="5400000" algn="bl" rotWithShape="0">
              <a:srgbClr val="FFFF00">
                <a:alpha val="30000"/>
              </a:srgbClr>
            </a:outerShdw>
            <a:reflection stA="18000" endPos="47000" dist="142875" dir="5400000" fadeDir="5400012" sy="-100000" algn="bl" rotWithShape="0"/>
          </a:effectLst>
        </p:spPr>
      </p:pic>
      <p:pic>
        <p:nvPicPr>
          <p:cNvPr id="57" name="Google Shape;57;p13"/>
          <p:cNvPicPr preferRelativeResize="0"/>
          <p:nvPr/>
        </p:nvPicPr>
        <p:blipFill>
          <a:blip r:embed="rId4">
            <a:alphaModFix/>
          </a:blip>
          <a:stretch>
            <a:fillRect/>
          </a:stretch>
        </p:blipFill>
        <p:spPr>
          <a:xfrm>
            <a:off x="3834200" y="1096175"/>
            <a:ext cx="1475599" cy="1475599"/>
          </a:xfrm>
          <a:prstGeom prst="rect">
            <a:avLst/>
          </a:prstGeom>
          <a:noFill/>
          <a:ln>
            <a:noFill/>
          </a:ln>
          <a:effectLst>
            <a:outerShdw blurRad="828675" dist="19050" dir="5400000" algn="bl" rotWithShape="0">
              <a:srgbClr val="FFFF00">
                <a:alpha val="30000"/>
              </a:srgbClr>
            </a:outerShdw>
            <a:reflection stA="18000" endPos="47000" dist="142875" dir="5400000" fadeDir="5400012" sy="-100000" algn="bl" rotWithShape="0"/>
          </a:effectLst>
        </p:spPr>
      </p:pic>
      <p:pic>
        <p:nvPicPr>
          <p:cNvPr id="58" name="Google Shape;58;p13"/>
          <p:cNvPicPr preferRelativeResize="0"/>
          <p:nvPr/>
        </p:nvPicPr>
        <p:blipFill>
          <a:blip r:embed="rId5">
            <a:alphaModFix/>
          </a:blip>
          <a:stretch>
            <a:fillRect/>
          </a:stretch>
        </p:blipFill>
        <p:spPr>
          <a:xfrm>
            <a:off x="6559150" y="1005888"/>
            <a:ext cx="1656150" cy="1656150"/>
          </a:xfrm>
          <a:prstGeom prst="rect">
            <a:avLst/>
          </a:prstGeom>
          <a:noFill/>
          <a:ln>
            <a:noFill/>
          </a:ln>
          <a:effectLst>
            <a:outerShdw blurRad="828675" dist="19050" dir="5400000" algn="bl" rotWithShape="0">
              <a:srgbClr val="FFFF00">
                <a:alpha val="30000"/>
              </a:srgbClr>
            </a:outerShdw>
            <a:reflection stA="18000" endPos="47000" dist="142875" dir="5400000" fadeDir="5400012" sy="-100000" algn="bl" rotWithShape="0"/>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ctrTitle"/>
          </p:nvPr>
        </p:nvSpPr>
        <p:spPr>
          <a:xfrm>
            <a:off x="311700" y="1164063"/>
            <a:ext cx="8520600" cy="6567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sz="3000">
                <a:latin typeface="Nunito ExtraBold"/>
                <a:ea typeface="Nunito ExtraBold"/>
                <a:cs typeface="Nunito ExtraBold"/>
                <a:sym typeface="Nunito ExtraBold"/>
              </a:rPr>
              <a:t>KELOMPOK 4</a:t>
            </a:r>
            <a:endParaRPr sz="3000">
              <a:latin typeface="Nunito ExtraBold"/>
              <a:ea typeface="Nunito ExtraBold"/>
              <a:cs typeface="Nunito ExtraBold"/>
              <a:sym typeface="Nunito ExtraBold"/>
            </a:endParaRPr>
          </a:p>
        </p:txBody>
      </p:sp>
      <p:sp>
        <p:nvSpPr>
          <p:cNvPr id="64" name="Google Shape;64;p14"/>
          <p:cNvSpPr txBox="1">
            <a:spLocks noGrp="1"/>
          </p:cNvSpPr>
          <p:nvPr>
            <p:ph type="subTitle" idx="1"/>
          </p:nvPr>
        </p:nvSpPr>
        <p:spPr>
          <a:xfrm>
            <a:off x="311700" y="2314500"/>
            <a:ext cx="8520600" cy="14013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1800" dirty="0">
                <a:solidFill>
                  <a:schemeClr val="dk1"/>
                </a:solidFill>
                <a:latin typeface="Nunito Light"/>
                <a:ea typeface="Nunito Light"/>
                <a:cs typeface="Nunito Light"/>
                <a:sym typeface="Nunito Light"/>
              </a:rPr>
              <a:t>Yuli Dhea Mujianti 		2021310007</a:t>
            </a:r>
            <a:endParaRPr sz="1800" dirty="0">
              <a:solidFill>
                <a:schemeClr val="dk1"/>
              </a:solidFill>
              <a:latin typeface="Nunito Light"/>
              <a:ea typeface="Nunito Light"/>
              <a:cs typeface="Nunito Light"/>
              <a:sym typeface="Nunito Light"/>
            </a:endParaRPr>
          </a:p>
          <a:p>
            <a:pPr marL="0" lvl="0" indent="0" algn="ctr" rtl="0">
              <a:spcBef>
                <a:spcPts val="0"/>
              </a:spcBef>
              <a:spcAft>
                <a:spcPts val="0"/>
              </a:spcAft>
              <a:buNone/>
            </a:pPr>
            <a:r>
              <a:rPr lang="en" sz="1800" dirty="0">
                <a:solidFill>
                  <a:schemeClr val="dk1"/>
                </a:solidFill>
                <a:latin typeface="Nunito Light"/>
                <a:ea typeface="Nunito Light"/>
                <a:cs typeface="Nunito Light"/>
                <a:sym typeface="Nunito Light"/>
              </a:rPr>
              <a:t>Elisabet Limbuka 			2022320049</a:t>
            </a:r>
            <a:endParaRPr sz="1800" dirty="0">
              <a:solidFill>
                <a:schemeClr val="dk1"/>
              </a:solidFill>
              <a:latin typeface="Nunito Light"/>
              <a:ea typeface="Nunito Light"/>
              <a:cs typeface="Nunito Light"/>
              <a:sym typeface="Nunito Light"/>
            </a:endParaRPr>
          </a:p>
          <a:p>
            <a:pPr marL="0" lvl="0" indent="0" algn="ctr" rtl="0">
              <a:spcBef>
                <a:spcPts val="0"/>
              </a:spcBef>
              <a:spcAft>
                <a:spcPts val="0"/>
              </a:spcAft>
              <a:buNone/>
            </a:pPr>
            <a:r>
              <a:rPr lang="en" sz="1800" dirty="0">
                <a:solidFill>
                  <a:schemeClr val="dk1"/>
                </a:solidFill>
                <a:latin typeface="Nunito Light"/>
                <a:ea typeface="Nunito Light"/>
                <a:cs typeface="Nunito Light"/>
                <a:sym typeface="Nunito Light"/>
              </a:rPr>
              <a:t>Rama Pramudya Wibisana 		2022320019</a:t>
            </a:r>
            <a:endParaRPr sz="1800" dirty="0">
              <a:solidFill>
                <a:schemeClr val="dk1"/>
              </a:solidFill>
              <a:latin typeface="Nunito Light"/>
              <a:ea typeface="Nunito Light"/>
              <a:cs typeface="Nunito Light"/>
              <a:sym typeface="Nunito Light"/>
            </a:endParaRPr>
          </a:p>
        </p:txBody>
      </p:sp>
      <p:pic>
        <p:nvPicPr>
          <p:cNvPr id="65" name="Google Shape;65;p14"/>
          <p:cNvPicPr preferRelativeResize="0"/>
          <p:nvPr/>
        </p:nvPicPr>
        <p:blipFill>
          <a:blip r:embed="rId3">
            <a:alphaModFix/>
          </a:blip>
          <a:stretch>
            <a:fillRect/>
          </a:stretch>
        </p:blipFill>
        <p:spPr>
          <a:xfrm>
            <a:off x="7531206" y="268650"/>
            <a:ext cx="365793" cy="380073"/>
          </a:xfrm>
          <a:prstGeom prst="rect">
            <a:avLst/>
          </a:prstGeom>
          <a:noFill/>
          <a:ln>
            <a:noFill/>
          </a:ln>
          <a:effectLst>
            <a:outerShdw blurRad="828675" dist="19050" dir="5400000" algn="bl" rotWithShape="0">
              <a:srgbClr val="FFFF00">
                <a:alpha val="30000"/>
              </a:srgbClr>
            </a:outerShdw>
          </a:effectLst>
        </p:spPr>
      </p:pic>
      <p:pic>
        <p:nvPicPr>
          <p:cNvPr id="66" name="Google Shape;66;p14"/>
          <p:cNvPicPr preferRelativeResize="0"/>
          <p:nvPr/>
        </p:nvPicPr>
        <p:blipFill>
          <a:blip r:embed="rId4">
            <a:alphaModFix/>
          </a:blip>
          <a:stretch>
            <a:fillRect/>
          </a:stretch>
        </p:blipFill>
        <p:spPr>
          <a:xfrm>
            <a:off x="8018075" y="268650"/>
            <a:ext cx="380076" cy="380076"/>
          </a:xfrm>
          <a:prstGeom prst="rect">
            <a:avLst/>
          </a:prstGeom>
          <a:noFill/>
          <a:ln>
            <a:noFill/>
          </a:ln>
          <a:effectLst>
            <a:outerShdw blurRad="828675" dist="19050" dir="5400000" algn="bl" rotWithShape="0">
              <a:srgbClr val="FFFF00">
                <a:alpha val="30000"/>
              </a:srgbClr>
            </a:outerShdw>
          </a:effectLst>
        </p:spPr>
      </p:pic>
      <p:pic>
        <p:nvPicPr>
          <p:cNvPr id="67" name="Google Shape;67;p14"/>
          <p:cNvPicPr preferRelativeResize="0"/>
          <p:nvPr/>
        </p:nvPicPr>
        <p:blipFill>
          <a:blip r:embed="rId5">
            <a:alphaModFix/>
          </a:blip>
          <a:stretch>
            <a:fillRect/>
          </a:stretch>
        </p:blipFill>
        <p:spPr>
          <a:xfrm>
            <a:off x="8519225" y="247025"/>
            <a:ext cx="423325" cy="423325"/>
          </a:xfrm>
          <a:prstGeom prst="rect">
            <a:avLst/>
          </a:prstGeom>
          <a:noFill/>
          <a:ln>
            <a:noFill/>
          </a:ln>
          <a:effectLst>
            <a:outerShdw blurRad="828675" dist="19050" dir="5400000" algn="bl" rotWithShape="0">
              <a:srgbClr val="FFFF00">
                <a:alpha val="30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5"/>
          <p:cNvSpPr txBox="1">
            <a:spLocks noGrp="1"/>
          </p:cNvSpPr>
          <p:nvPr>
            <p:ph type="ctrTitle"/>
          </p:nvPr>
        </p:nvSpPr>
        <p:spPr>
          <a:xfrm>
            <a:off x="575050" y="511150"/>
            <a:ext cx="6556800" cy="950400"/>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0"/>
              </a:spcAft>
              <a:buNone/>
            </a:pPr>
            <a:r>
              <a:rPr lang="en" sz="3000">
                <a:latin typeface="Nunito ExtraBold"/>
                <a:ea typeface="Nunito ExtraBold"/>
                <a:cs typeface="Nunito ExtraBold"/>
                <a:sym typeface="Nunito ExtraBold"/>
              </a:rPr>
              <a:t>TAMPILAN DAN BENTUK INTERAKSI KEPADA USER:FIREFOX</a:t>
            </a:r>
            <a:endParaRPr sz="3000">
              <a:latin typeface="Nunito ExtraBold"/>
              <a:ea typeface="Nunito ExtraBold"/>
              <a:cs typeface="Nunito ExtraBold"/>
              <a:sym typeface="Nunito ExtraBold"/>
            </a:endParaRPr>
          </a:p>
        </p:txBody>
      </p:sp>
      <p:sp>
        <p:nvSpPr>
          <p:cNvPr id="73" name="Google Shape;73;p15"/>
          <p:cNvSpPr txBox="1">
            <a:spLocks noGrp="1"/>
          </p:cNvSpPr>
          <p:nvPr>
            <p:ph type="subTitle" idx="1"/>
          </p:nvPr>
        </p:nvSpPr>
        <p:spPr>
          <a:xfrm>
            <a:off x="86675" y="1397525"/>
            <a:ext cx="7045200" cy="3426600"/>
          </a:xfrm>
          <a:prstGeom prst="rect">
            <a:avLst/>
          </a:prstGeom>
        </p:spPr>
        <p:txBody>
          <a:bodyPr spcFirstLastPara="1" wrap="square" lIns="91425" tIns="91425" rIns="91425" bIns="91425" anchor="t" anchorCtr="0">
            <a:normAutofit/>
          </a:bodyPr>
          <a:lstStyle/>
          <a:p>
            <a:pPr marL="457200" lvl="0" indent="0" algn="just" rtl="0">
              <a:spcBef>
                <a:spcPts val="0"/>
              </a:spcBef>
              <a:spcAft>
                <a:spcPts val="0"/>
              </a:spcAft>
              <a:buNone/>
            </a:pPr>
            <a:r>
              <a:rPr lang="en" sz="1800">
                <a:solidFill>
                  <a:schemeClr val="dk1"/>
                </a:solidFill>
                <a:latin typeface="Nunito Light"/>
                <a:ea typeface="Nunito Light"/>
                <a:cs typeface="Nunito Light"/>
                <a:sym typeface="Nunito Light"/>
              </a:rPr>
              <a:t>Tampilan Firefox memiliki tampilan yang cukup simpel. Di bagian atas, Kita akan melihat tempat untuk mengetikkan alamat situs web atau mencari sesuatu. Ada juga tombol menu di sudut kanan atas.</a:t>
            </a:r>
            <a:endParaRPr sz="1800">
              <a:solidFill>
                <a:schemeClr val="dk1"/>
              </a:solidFill>
              <a:latin typeface="Nunito Light"/>
              <a:ea typeface="Nunito Light"/>
              <a:cs typeface="Nunito Light"/>
              <a:sym typeface="Nunito Light"/>
            </a:endParaRPr>
          </a:p>
          <a:p>
            <a:pPr marL="457200" lvl="0" indent="0" algn="just" rtl="0">
              <a:spcBef>
                <a:spcPts val="0"/>
              </a:spcBef>
              <a:spcAft>
                <a:spcPts val="0"/>
              </a:spcAft>
              <a:buNone/>
            </a:pPr>
            <a:endParaRPr sz="1800">
              <a:solidFill>
                <a:schemeClr val="dk1"/>
              </a:solidFill>
              <a:latin typeface="Nunito Light"/>
              <a:ea typeface="Nunito Light"/>
              <a:cs typeface="Nunito Light"/>
              <a:sym typeface="Nunito Light"/>
            </a:endParaRPr>
          </a:p>
          <a:p>
            <a:pPr marL="457200" lvl="0" indent="0" algn="just" rtl="0">
              <a:spcBef>
                <a:spcPts val="0"/>
              </a:spcBef>
              <a:spcAft>
                <a:spcPts val="0"/>
              </a:spcAft>
              <a:buNone/>
            </a:pPr>
            <a:r>
              <a:rPr lang="en" sz="1800">
                <a:solidFill>
                  <a:schemeClr val="dk1"/>
                </a:solidFill>
                <a:latin typeface="Nunito Light"/>
                <a:ea typeface="Nunito Light"/>
                <a:cs typeface="Nunito Light"/>
                <a:sym typeface="Nunito Light"/>
              </a:rPr>
              <a:t>Interaksi: Firefox menekankan privasi pengguna, jadi ada opsi untuk menghentikan pelacakan online. kita bisa menginstal tambahan atau ekstensi untuk menambahkan fitur tambahan.</a:t>
            </a:r>
            <a:endParaRPr sz="1800">
              <a:solidFill>
                <a:schemeClr val="dk1"/>
              </a:solidFill>
              <a:latin typeface="Nunito Light"/>
              <a:ea typeface="Nunito Light"/>
              <a:cs typeface="Nunito Light"/>
              <a:sym typeface="Nunito Light"/>
            </a:endParaRPr>
          </a:p>
          <a:p>
            <a:pPr marL="457200" lvl="0" indent="0" algn="just" rtl="0">
              <a:spcBef>
                <a:spcPts val="0"/>
              </a:spcBef>
              <a:spcAft>
                <a:spcPts val="0"/>
              </a:spcAft>
              <a:buNone/>
            </a:pPr>
            <a:endParaRPr sz="1800">
              <a:solidFill>
                <a:schemeClr val="dk1"/>
              </a:solidFill>
              <a:latin typeface="Nunito Light"/>
              <a:ea typeface="Nunito Light"/>
              <a:cs typeface="Nunito Light"/>
              <a:sym typeface="Nunito Light"/>
            </a:endParaRPr>
          </a:p>
          <a:p>
            <a:pPr marL="457200" lvl="0" indent="0" algn="just" rtl="0">
              <a:spcBef>
                <a:spcPts val="0"/>
              </a:spcBef>
              <a:spcAft>
                <a:spcPts val="0"/>
              </a:spcAft>
              <a:buNone/>
            </a:pPr>
            <a:endParaRPr sz="1800">
              <a:solidFill>
                <a:schemeClr val="dk1"/>
              </a:solidFill>
              <a:latin typeface="Nunito Light"/>
              <a:ea typeface="Nunito Light"/>
              <a:cs typeface="Nunito Light"/>
              <a:sym typeface="Nunito Light"/>
            </a:endParaRPr>
          </a:p>
        </p:txBody>
      </p:sp>
      <p:pic>
        <p:nvPicPr>
          <p:cNvPr id="74" name="Google Shape;74;p15"/>
          <p:cNvPicPr preferRelativeResize="0"/>
          <p:nvPr/>
        </p:nvPicPr>
        <p:blipFill>
          <a:blip r:embed="rId3">
            <a:alphaModFix/>
          </a:blip>
          <a:stretch>
            <a:fillRect/>
          </a:stretch>
        </p:blipFill>
        <p:spPr>
          <a:xfrm>
            <a:off x="7555525" y="2240800"/>
            <a:ext cx="2715501" cy="2744602"/>
          </a:xfrm>
          <a:prstGeom prst="rect">
            <a:avLst/>
          </a:prstGeom>
          <a:noFill/>
          <a:ln>
            <a:noFill/>
          </a:ln>
          <a:effectLst>
            <a:outerShdw blurRad="828675" dist="19050" dir="5400000" algn="bl" rotWithShape="0">
              <a:srgbClr val="FFFF00">
                <a:alpha val="30000"/>
              </a:srgbClr>
            </a:outerShdw>
          </a:effectLst>
        </p:spPr>
      </p:pic>
      <p:pic>
        <p:nvPicPr>
          <p:cNvPr id="75" name="Google Shape;75;p15"/>
          <p:cNvPicPr preferRelativeResize="0"/>
          <p:nvPr/>
        </p:nvPicPr>
        <p:blipFill>
          <a:blip r:embed="rId4">
            <a:alphaModFix/>
          </a:blip>
          <a:stretch>
            <a:fillRect/>
          </a:stretch>
        </p:blipFill>
        <p:spPr>
          <a:xfrm>
            <a:off x="8396575" y="0"/>
            <a:ext cx="2641476" cy="5143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6"/>
          <p:cNvSpPr txBox="1">
            <a:spLocks noGrp="1"/>
          </p:cNvSpPr>
          <p:nvPr>
            <p:ph type="ctrTitle"/>
          </p:nvPr>
        </p:nvSpPr>
        <p:spPr>
          <a:xfrm>
            <a:off x="543575" y="740825"/>
            <a:ext cx="6559200" cy="656700"/>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0"/>
              </a:spcAft>
              <a:buNone/>
            </a:pPr>
            <a:r>
              <a:rPr lang="en" sz="3000">
                <a:latin typeface="Nunito ExtraBold"/>
                <a:ea typeface="Nunito ExtraBold"/>
                <a:cs typeface="Nunito ExtraBold"/>
                <a:sym typeface="Nunito ExtraBold"/>
              </a:rPr>
              <a:t>TAMPILAN DAN BENTUK INTERAKSI</a:t>
            </a:r>
            <a:endParaRPr sz="3000">
              <a:latin typeface="Nunito ExtraBold"/>
              <a:ea typeface="Nunito ExtraBold"/>
              <a:cs typeface="Nunito ExtraBold"/>
              <a:sym typeface="Nunito ExtraBold"/>
            </a:endParaRPr>
          </a:p>
          <a:p>
            <a:pPr marL="0" lvl="0" indent="0" algn="l" rtl="0">
              <a:spcBef>
                <a:spcPts val="0"/>
              </a:spcBef>
              <a:spcAft>
                <a:spcPts val="0"/>
              </a:spcAft>
              <a:buNone/>
            </a:pPr>
            <a:r>
              <a:rPr lang="en" sz="3000">
                <a:latin typeface="Nunito ExtraBold"/>
                <a:ea typeface="Nunito ExtraBold"/>
                <a:cs typeface="Nunito ExtraBold"/>
                <a:sym typeface="Nunito ExtraBold"/>
              </a:rPr>
              <a:t>KEPADA USER:CHROME </a:t>
            </a:r>
            <a:endParaRPr sz="3000">
              <a:latin typeface="Nunito ExtraBold"/>
              <a:ea typeface="Nunito ExtraBold"/>
              <a:cs typeface="Nunito ExtraBold"/>
              <a:sym typeface="Nunito ExtraBold"/>
            </a:endParaRPr>
          </a:p>
        </p:txBody>
      </p:sp>
      <p:sp>
        <p:nvSpPr>
          <p:cNvPr id="81" name="Google Shape;81;p16"/>
          <p:cNvSpPr txBox="1">
            <a:spLocks noGrp="1"/>
          </p:cNvSpPr>
          <p:nvPr>
            <p:ph type="subTitle" idx="1"/>
          </p:nvPr>
        </p:nvSpPr>
        <p:spPr>
          <a:xfrm>
            <a:off x="95850" y="1693200"/>
            <a:ext cx="6804600" cy="3099000"/>
          </a:xfrm>
          <a:prstGeom prst="rect">
            <a:avLst/>
          </a:prstGeom>
        </p:spPr>
        <p:txBody>
          <a:bodyPr spcFirstLastPara="1" wrap="square" lIns="91425" tIns="91425" rIns="91425" bIns="91425" anchor="t" anchorCtr="0">
            <a:normAutofit lnSpcReduction="10000"/>
          </a:bodyPr>
          <a:lstStyle/>
          <a:p>
            <a:pPr marL="457200" lvl="0" indent="0" algn="just" rtl="0">
              <a:spcBef>
                <a:spcPts val="0"/>
              </a:spcBef>
              <a:spcAft>
                <a:spcPts val="0"/>
              </a:spcAft>
              <a:buNone/>
            </a:pPr>
            <a:r>
              <a:rPr lang="en" sz="1800">
                <a:solidFill>
                  <a:schemeClr val="dk1"/>
                </a:solidFill>
                <a:latin typeface="Nunito Light"/>
                <a:ea typeface="Nunito Light"/>
                <a:cs typeface="Nunito Light"/>
                <a:sym typeface="Nunito Light"/>
              </a:rPr>
              <a:t>Tampilan: Chrome juga terlihat simpel. Bilah alamat ada di atas, dan ada ikon tiga titik vertikal di sudut kanan atas untuk mengakses menu.</a:t>
            </a:r>
            <a:endParaRPr sz="1800">
              <a:solidFill>
                <a:schemeClr val="dk1"/>
              </a:solidFill>
              <a:latin typeface="Nunito Light"/>
              <a:ea typeface="Nunito Light"/>
              <a:cs typeface="Nunito Light"/>
              <a:sym typeface="Nunito Light"/>
            </a:endParaRPr>
          </a:p>
          <a:p>
            <a:pPr marL="457200" lvl="0" indent="0" algn="just" rtl="0">
              <a:spcBef>
                <a:spcPts val="0"/>
              </a:spcBef>
              <a:spcAft>
                <a:spcPts val="0"/>
              </a:spcAft>
              <a:buNone/>
            </a:pPr>
            <a:endParaRPr sz="1800">
              <a:solidFill>
                <a:schemeClr val="dk1"/>
              </a:solidFill>
              <a:latin typeface="Nunito Light"/>
              <a:ea typeface="Nunito Light"/>
              <a:cs typeface="Nunito Light"/>
              <a:sym typeface="Nunito Light"/>
            </a:endParaRPr>
          </a:p>
          <a:p>
            <a:pPr marL="457200" lvl="0" indent="0" algn="just" rtl="0">
              <a:spcBef>
                <a:spcPts val="0"/>
              </a:spcBef>
              <a:spcAft>
                <a:spcPts val="0"/>
              </a:spcAft>
              <a:buNone/>
            </a:pPr>
            <a:r>
              <a:rPr lang="en" sz="1800">
                <a:solidFill>
                  <a:schemeClr val="dk1"/>
                </a:solidFill>
                <a:latin typeface="Nunito Light"/>
                <a:ea typeface="Nunito Light"/>
                <a:cs typeface="Nunito Light"/>
                <a:sym typeface="Nunito Light"/>
              </a:rPr>
              <a:t>Interaksi: Chrome terintegrasi dengan akun Google, jadi Kita dapat mengakses bookmark dan riwayat di berbagai perangkat. Kita juga bisa menginstal ekstensi untuk menambahkan fitur ekstra.</a:t>
            </a:r>
            <a:endParaRPr sz="1800">
              <a:solidFill>
                <a:schemeClr val="dk1"/>
              </a:solidFill>
              <a:latin typeface="Nunito Light"/>
              <a:ea typeface="Nunito Light"/>
              <a:cs typeface="Nunito Light"/>
              <a:sym typeface="Nunito Light"/>
            </a:endParaRPr>
          </a:p>
          <a:p>
            <a:pPr marL="457200" lvl="0" indent="0" algn="just" rtl="0">
              <a:spcBef>
                <a:spcPts val="0"/>
              </a:spcBef>
              <a:spcAft>
                <a:spcPts val="0"/>
              </a:spcAft>
              <a:buNone/>
            </a:pPr>
            <a:endParaRPr sz="1800">
              <a:solidFill>
                <a:schemeClr val="dk1"/>
              </a:solidFill>
              <a:latin typeface="Nunito Light"/>
              <a:ea typeface="Nunito Light"/>
              <a:cs typeface="Nunito Light"/>
              <a:sym typeface="Nunito Light"/>
            </a:endParaRPr>
          </a:p>
          <a:p>
            <a:pPr marL="457200" lvl="0" indent="0" algn="just" rtl="0">
              <a:spcBef>
                <a:spcPts val="0"/>
              </a:spcBef>
              <a:spcAft>
                <a:spcPts val="0"/>
              </a:spcAft>
              <a:buNone/>
            </a:pPr>
            <a:endParaRPr sz="1800">
              <a:solidFill>
                <a:schemeClr val="dk1"/>
              </a:solidFill>
              <a:latin typeface="Nunito Light"/>
              <a:ea typeface="Nunito Light"/>
              <a:cs typeface="Nunito Light"/>
              <a:sym typeface="Nunito Light"/>
            </a:endParaRPr>
          </a:p>
          <a:p>
            <a:pPr marL="457200" lvl="0" indent="0" algn="just" rtl="0">
              <a:spcBef>
                <a:spcPts val="0"/>
              </a:spcBef>
              <a:spcAft>
                <a:spcPts val="0"/>
              </a:spcAft>
              <a:buNone/>
            </a:pPr>
            <a:endParaRPr sz="1800">
              <a:solidFill>
                <a:schemeClr val="dk1"/>
              </a:solidFill>
              <a:latin typeface="Nunito Light"/>
              <a:ea typeface="Nunito Light"/>
              <a:cs typeface="Nunito Light"/>
              <a:sym typeface="Nunito Light"/>
            </a:endParaRPr>
          </a:p>
        </p:txBody>
      </p:sp>
      <p:pic>
        <p:nvPicPr>
          <p:cNvPr id="82" name="Google Shape;82;p16"/>
          <p:cNvPicPr preferRelativeResize="0"/>
          <p:nvPr/>
        </p:nvPicPr>
        <p:blipFill>
          <a:blip r:embed="rId3">
            <a:alphaModFix/>
          </a:blip>
          <a:stretch>
            <a:fillRect/>
          </a:stretch>
        </p:blipFill>
        <p:spPr>
          <a:xfrm>
            <a:off x="7280225" y="2049100"/>
            <a:ext cx="2900301" cy="2900301"/>
          </a:xfrm>
          <a:prstGeom prst="rect">
            <a:avLst/>
          </a:prstGeom>
          <a:noFill/>
          <a:ln>
            <a:noFill/>
          </a:ln>
          <a:effectLst>
            <a:outerShdw blurRad="828675" dist="19050" dir="5400000" algn="bl" rotWithShape="0">
              <a:srgbClr val="FFFF00">
                <a:alpha val="30000"/>
              </a:srgbClr>
            </a:outerShdw>
          </a:effectLst>
        </p:spPr>
      </p:pic>
      <p:pic>
        <p:nvPicPr>
          <p:cNvPr id="83" name="Google Shape;83;p16"/>
          <p:cNvPicPr preferRelativeResize="0"/>
          <p:nvPr/>
        </p:nvPicPr>
        <p:blipFill>
          <a:blip r:embed="rId4">
            <a:alphaModFix/>
          </a:blip>
          <a:stretch>
            <a:fillRect/>
          </a:stretch>
        </p:blipFill>
        <p:spPr>
          <a:xfrm>
            <a:off x="8396575" y="0"/>
            <a:ext cx="2641476"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7"/>
          <p:cNvPicPr preferRelativeResize="0"/>
          <p:nvPr/>
        </p:nvPicPr>
        <p:blipFill>
          <a:blip r:embed="rId3">
            <a:alphaModFix/>
          </a:blip>
          <a:stretch>
            <a:fillRect/>
          </a:stretch>
        </p:blipFill>
        <p:spPr>
          <a:xfrm>
            <a:off x="7256725" y="1971875"/>
            <a:ext cx="3035700" cy="3035700"/>
          </a:xfrm>
          <a:prstGeom prst="rect">
            <a:avLst/>
          </a:prstGeom>
          <a:noFill/>
          <a:ln>
            <a:noFill/>
          </a:ln>
          <a:effectLst>
            <a:outerShdw blurRad="828675" dist="19050" dir="5400000" algn="bl" rotWithShape="0">
              <a:srgbClr val="FFFF00">
                <a:alpha val="30000"/>
              </a:srgbClr>
            </a:outerShdw>
          </a:effectLst>
        </p:spPr>
      </p:pic>
      <p:pic>
        <p:nvPicPr>
          <p:cNvPr id="89" name="Google Shape;89;p17"/>
          <p:cNvPicPr preferRelativeResize="0"/>
          <p:nvPr/>
        </p:nvPicPr>
        <p:blipFill>
          <a:blip r:embed="rId4">
            <a:alphaModFix/>
          </a:blip>
          <a:stretch>
            <a:fillRect/>
          </a:stretch>
        </p:blipFill>
        <p:spPr>
          <a:xfrm>
            <a:off x="8396575" y="0"/>
            <a:ext cx="2641476" cy="5143500"/>
          </a:xfrm>
          <a:prstGeom prst="rect">
            <a:avLst/>
          </a:prstGeom>
          <a:noFill/>
          <a:ln>
            <a:noFill/>
          </a:ln>
        </p:spPr>
      </p:pic>
      <p:sp>
        <p:nvSpPr>
          <p:cNvPr id="90" name="Google Shape;90;p17"/>
          <p:cNvSpPr txBox="1">
            <a:spLocks noGrp="1"/>
          </p:cNvSpPr>
          <p:nvPr>
            <p:ph type="ctrTitle"/>
          </p:nvPr>
        </p:nvSpPr>
        <p:spPr>
          <a:xfrm>
            <a:off x="543575" y="648725"/>
            <a:ext cx="7044000" cy="656700"/>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0"/>
              </a:spcAft>
              <a:buNone/>
            </a:pPr>
            <a:r>
              <a:rPr lang="en" sz="3000">
                <a:latin typeface="Nunito ExtraBold"/>
                <a:ea typeface="Nunito ExtraBold"/>
                <a:cs typeface="Nunito ExtraBold"/>
                <a:sym typeface="Nunito ExtraBold"/>
              </a:rPr>
              <a:t>TAMPILAN DAN BENTUK INTERAKSI</a:t>
            </a:r>
            <a:endParaRPr sz="3000">
              <a:latin typeface="Nunito ExtraBold"/>
              <a:ea typeface="Nunito ExtraBold"/>
              <a:cs typeface="Nunito ExtraBold"/>
              <a:sym typeface="Nunito ExtraBold"/>
            </a:endParaRPr>
          </a:p>
          <a:p>
            <a:pPr marL="0" lvl="0" indent="0" algn="l" rtl="0">
              <a:spcBef>
                <a:spcPts val="0"/>
              </a:spcBef>
              <a:spcAft>
                <a:spcPts val="0"/>
              </a:spcAft>
              <a:buNone/>
            </a:pPr>
            <a:r>
              <a:rPr lang="en" sz="3000">
                <a:latin typeface="Nunito ExtraBold"/>
                <a:ea typeface="Nunito ExtraBold"/>
                <a:cs typeface="Nunito ExtraBold"/>
                <a:sym typeface="Nunito ExtraBold"/>
              </a:rPr>
              <a:t>KEPADA USER:BRAVE </a:t>
            </a:r>
            <a:endParaRPr sz="3000">
              <a:latin typeface="Nunito ExtraBold"/>
              <a:ea typeface="Nunito ExtraBold"/>
              <a:cs typeface="Nunito ExtraBold"/>
              <a:sym typeface="Nunito ExtraBold"/>
            </a:endParaRPr>
          </a:p>
        </p:txBody>
      </p:sp>
      <p:sp>
        <p:nvSpPr>
          <p:cNvPr id="91" name="Google Shape;91;p17"/>
          <p:cNvSpPr txBox="1">
            <a:spLocks noGrp="1"/>
          </p:cNvSpPr>
          <p:nvPr>
            <p:ph type="subTitle" idx="1"/>
          </p:nvPr>
        </p:nvSpPr>
        <p:spPr>
          <a:xfrm>
            <a:off x="175700" y="1397525"/>
            <a:ext cx="6772800" cy="3035700"/>
          </a:xfrm>
          <a:prstGeom prst="rect">
            <a:avLst/>
          </a:prstGeom>
        </p:spPr>
        <p:txBody>
          <a:bodyPr spcFirstLastPara="1" wrap="square" lIns="91425" tIns="91425" rIns="91425" bIns="91425" anchor="t" anchorCtr="0">
            <a:normAutofit lnSpcReduction="10000"/>
          </a:bodyPr>
          <a:lstStyle/>
          <a:p>
            <a:pPr marL="457200" lvl="0" indent="0" algn="just" rtl="0">
              <a:spcBef>
                <a:spcPts val="0"/>
              </a:spcBef>
              <a:spcAft>
                <a:spcPts val="0"/>
              </a:spcAft>
              <a:buNone/>
            </a:pPr>
            <a:r>
              <a:rPr lang="en" sz="1800">
                <a:solidFill>
                  <a:schemeClr val="dk1"/>
                </a:solidFill>
                <a:latin typeface="Nunito Light"/>
                <a:ea typeface="Nunito Light"/>
                <a:cs typeface="Nunito Light"/>
                <a:sym typeface="Nunito Light"/>
              </a:rPr>
              <a:t>Tampilan: Brave juga memiliki tampilan yang simpel, tetapi yang istimewa adalah ia secara default memblokir pelacak dan iklan yang mengganggu, membuat tampilan lebih bersih.</a:t>
            </a:r>
            <a:endParaRPr sz="1800">
              <a:solidFill>
                <a:schemeClr val="dk1"/>
              </a:solidFill>
              <a:latin typeface="Nunito Light"/>
              <a:ea typeface="Nunito Light"/>
              <a:cs typeface="Nunito Light"/>
              <a:sym typeface="Nunito Light"/>
            </a:endParaRPr>
          </a:p>
          <a:p>
            <a:pPr marL="457200" lvl="0" indent="0" algn="just" rtl="0">
              <a:spcBef>
                <a:spcPts val="0"/>
              </a:spcBef>
              <a:spcAft>
                <a:spcPts val="0"/>
              </a:spcAft>
              <a:buNone/>
            </a:pPr>
            <a:endParaRPr sz="1800">
              <a:solidFill>
                <a:schemeClr val="dk1"/>
              </a:solidFill>
              <a:latin typeface="Nunito Light"/>
              <a:ea typeface="Nunito Light"/>
              <a:cs typeface="Nunito Light"/>
              <a:sym typeface="Nunito Light"/>
            </a:endParaRPr>
          </a:p>
          <a:p>
            <a:pPr marL="457200" lvl="0" indent="0" algn="just" rtl="0">
              <a:spcBef>
                <a:spcPts val="0"/>
              </a:spcBef>
              <a:spcAft>
                <a:spcPts val="0"/>
              </a:spcAft>
              <a:buNone/>
            </a:pPr>
            <a:r>
              <a:rPr lang="en" sz="1800">
                <a:solidFill>
                  <a:schemeClr val="dk1"/>
                </a:solidFill>
                <a:latin typeface="Nunito Light"/>
                <a:ea typeface="Nunito Light"/>
                <a:cs typeface="Nunito Light"/>
                <a:sym typeface="Nunito Light"/>
              </a:rPr>
              <a:t>Interaksi: Brave sangat fokus pada privasi dan keamanan. Ia secara otomatis memblokir pelacak dan iklan. Kita juga bisa memberi dukungan ke situs web yang Anda suka dengan token khusus. Brave memiliki mode Tor bawaan untuk browsing anonim.</a:t>
            </a:r>
            <a:endParaRPr sz="1800">
              <a:solidFill>
                <a:schemeClr val="dk1"/>
              </a:solidFill>
              <a:latin typeface="Nunito Light"/>
              <a:ea typeface="Nunito Light"/>
              <a:cs typeface="Nunito Light"/>
              <a:sym typeface="Nunito Light"/>
            </a:endParaRPr>
          </a:p>
          <a:p>
            <a:pPr marL="457200" lvl="0" indent="0" algn="just" rtl="0">
              <a:spcBef>
                <a:spcPts val="0"/>
              </a:spcBef>
              <a:spcAft>
                <a:spcPts val="0"/>
              </a:spcAft>
              <a:buNone/>
            </a:pPr>
            <a:endParaRPr sz="1800">
              <a:solidFill>
                <a:schemeClr val="dk1"/>
              </a:solidFill>
              <a:latin typeface="Nunito Light"/>
              <a:ea typeface="Nunito Light"/>
              <a:cs typeface="Nunito Light"/>
              <a:sym typeface="Nunito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ctrTitle"/>
          </p:nvPr>
        </p:nvSpPr>
        <p:spPr>
          <a:xfrm>
            <a:off x="543575" y="648725"/>
            <a:ext cx="6316800" cy="656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sz="3000">
                <a:latin typeface="Nunito ExtraBold"/>
                <a:ea typeface="Nunito ExtraBold"/>
                <a:cs typeface="Nunito ExtraBold"/>
                <a:sym typeface="Nunito ExtraBold"/>
              </a:rPr>
              <a:t>KELEBIHAN FIREFOX BROWSER</a:t>
            </a:r>
            <a:endParaRPr sz="3000">
              <a:latin typeface="Nunito ExtraBold"/>
              <a:ea typeface="Nunito ExtraBold"/>
              <a:cs typeface="Nunito ExtraBold"/>
              <a:sym typeface="Nunito ExtraBold"/>
            </a:endParaRPr>
          </a:p>
        </p:txBody>
      </p:sp>
      <p:sp>
        <p:nvSpPr>
          <p:cNvPr id="97" name="Google Shape;97;p18"/>
          <p:cNvSpPr txBox="1">
            <a:spLocks noGrp="1"/>
          </p:cNvSpPr>
          <p:nvPr>
            <p:ph type="subTitle" idx="1"/>
          </p:nvPr>
        </p:nvSpPr>
        <p:spPr>
          <a:xfrm>
            <a:off x="543575" y="1397525"/>
            <a:ext cx="5884800" cy="3035700"/>
          </a:xfrm>
          <a:prstGeom prst="rect">
            <a:avLst/>
          </a:prstGeom>
        </p:spPr>
        <p:txBody>
          <a:bodyPr spcFirstLastPara="1" wrap="square" lIns="91425" tIns="91425" rIns="91425" bIns="91425" anchor="t" anchorCtr="0">
            <a:normAutofit/>
          </a:bodyPr>
          <a:lstStyle/>
          <a:p>
            <a:pPr marL="457200" lvl="0" indent="-342900" algn="just" rtl="0">
              <a:spcBef>
                <a:spcPts val="0"/>
              </a:spcBef>
              <a:spcAft>
                <a:spcPts val="0"/>
              </a:spcAft>
              <a:buClr>
                <a:schemeClr val="dk1"/>
              </a:buClr>
              <a:buSzPts val="1800"/>
              <a:buFont typeface="Nunito Light"/>
              <a:buChar char="-"/>
            </a:pPr>
            <a:r>
              <a:rPr lang="en" sz="1800">
                <a:solidFill>
                  <a:schemeClr val="dk1"/>
                </a:solidFill>
                <a:latin typeface="Nunito Light"/>
                <a:ea typeface="Nunito Light"/>
                <a:cs typeface="Nunito Light"/>
                <a:sym typeface="Nunito Light"/>
              </a:rPr>
              <a:t>Banyak digunakan oleh user di dunia</a:t>
            </a:r>
            <a:endParaRPr sz="1800">
              <a:solidFill>
                <a:schemeClr val="dk1"/>
              </a:solidFill>
              <a:latin typeface="Nunito Light"/>
              <a:ea typeface="Nunito Light"/>
              <a:cs typeface="Nunito Light"/>
              <a:sym typeface="Nunito Light"/>
            </a:endParaRPr>
          </a:p>
          <a:p>
            <a:pPr marL="457200" lvl="0" indent="-342900" algn="just" rtl="0">
              <a:spcBef>
                <a:spcPts val="0"/>
              </a:spcBef>
              <a:spcAft>
                <a:spcPts val="0"/>
              </a:spcAft>
              <a:buClr>
                <a:schemeClr val="dk1"/>
              </a:buClr>
              <a:buSzPts val="1800"/>
              <a:buFont typeface="Nunito Light"/>
              <a:buChar char="-"/>
            </a:pPr>
            <a:r>
              <a:rPr lang="en" sz="1800">
                <a:solidFill>
                  <a:schemeClr val="dk1"/>
                </a:solidFill>
                <a:latin typeface="Nunito Light"/>
                <a:ea typeface="Nunito Light"/>
                <a:cs typeface="Nunito Light"/>
                <a:sym typeface="Nunito Light"/>
              </a:rPr>
              <a:t>Tidak menggunakan engine chromium</a:t>
            </a:r>
            <a:endParaRPr sz="1800">
              <a:solidFill>
                <a:schemeClr val="dk1"/>
              </a:solidFill>
              <a:latin typeface="Nunito Light"/>
              <a:ea typeface="Nunito Light"/>
              <a:cs typeface="Nunito Light"/>
              <a:sym typeface="Nunito Light"/>
            </a:endParaRPr>
          </a:p>
          <a:p>
            <a:pPr marL="457200" lvl="0" indent="-342900" algn="just" rtl="0">
              <a:spcBef>
                <a:spcPts val="0"/>
              </a:spcBef>
              <a:spcAft>
                <a:spcPts val="0"/>
              </a:spcAft>
              <a:buClr>
                <a:schemeClr val="dk1"/>
              </a:buClr>
              <a:buSzPts val="1800"/>
              <a:buFont typeface="Nunito Light"/>
              <a:buChar char="-"/>
            </a:pPr>
            <a:r>
              <a:rPr lang="en" sz="1800">
                <a:solidFill>
                  <a:schemeClr val="dk1"/>
                </a:solidFill>
                <a:latin typeface="Nunito Light"/>
                <a:ea typeface="Nunito Light"/>
                <a:cs typeface="Nunito Light"/>
                <a:sym typeface="Nunito Light"/>
              </a:rPr>
              <a:t>Fitur dan privasi dapat dikustomisasi pada about:config</a:t>
            </a:r>
            <a:endParaRPr sz="1800">
              <a:solidFill>
                <a:schemeClr val="dk1"/>
              </a:solidFill>
              <a:latin typeface="Nunito Light"/>
              <a:ea typeface="Nunito Light"/>
              <a:cs typeface="Nunito Light"/>
              <a:sym typeface="Nunito Light"/>
            </a:endParaRPr>
          </a:p>
          <a:p>
            <a:pPr marL="457200" lvl="0" indent="-342900" algn="just" rtl="0">
              <a:spcBef>
                <a:spcPts val="0"/>
              </a:spcBef>
              <a:spcAft>
                <a:spcPts val="0"/>
              </a:spcAft>
              <a:buClr>
                <a:schemeClr val="dk1"/>
              </a:buClr>
              <a:buSzPts val="1800"/>
              <a:buFont typeface="Nunito Light"/>
              <a:buChar char="-"/>
            </a:pPr>
            <a:r>
              <a:rPr lang="en" sz="1800">
                <a:solidFill>
                  <a:schemeClr val="dk1"/>
                </a:solidFill>
                <a:latin typeface="Nunito Light"/>
                <a:ea typeface="Nunito Light"/>
                <a:cs typeface="Nunito Light"/>
                <a:sym typeface="Nunito Light"/>
              </a:rPr>
              <a:t>Browser menggunakan engine Gecko</a:t>
            </a:r>
            <a:endParaRPr sz="1800">
              <a:solidFill>
                <a:schemeClr val="dk1"/>
              </a:solidFill>
              <a:latin typeface="Nunito Light"/>
              <a:ea typeface="Nunito Light"/>
              <a:cs typeface="Nunito Light"/>
              <a:sym typeface="Nunito Light"/>
            </a:endParaRPr>
          </a:p>
        </p:txBody>
      </p:sp>
      <p:pic>
        <p:nvPicPr>
          <p:cNvPr id="98" name="Google Shape;98;p18"/>
          <p:cNvPicPr preferRelativeResize="0"/>
          <p:nvPr/>
        </p:nvPicPr>
        <p:blipFill>
          <a:blip r:embed="rId3">
            <a:alphaModFix/>
          </a:blip>
          <a:stretch>
            <a:fillRect/>
          </a:stretch>
        </p:blipFill>
        <p:spPr>
          <a:xfrm>
            <a:off x="7310800" y="2240800"/>
            <a:ext cx="2641475" cy="2744602"/>
          </a:xfrm>
          <a:prstGeom prst="rect">
            <a:avLst/>
          </a:prstGeom>
          <a:noFill/>
          <a:ln>
            <a:noFill/>
          </a:ln>
          <a:effectLst>
            <a:outerShdw blurRad="828675" dist="19050" dir="5400000" algn="bl" rotWithShape="0">
              <a:srgbClr val="FFFF00">
                <a:alpha val="30000"/>
              </a:srgbClr>
            </a:outerShdw>
          </a:effectLst>
        </p:spPr>
      </p:pic>
      <p:pic>
        <p:nvPicPr>
          <p:cNvPr id="99" name="Google Shape;99;p18"/>
          <p:cNvPicPr preferRelativeResize="0"/>
          <p:nvPr/>
        </p:nvPicPr>
        <p:blipFill>
          <a:blip r:embed="rId4">
            <a:alphaModFix/>
          </a:blip>
          <a:stretch>
            <a:fillRect/>
          </a:stretch>
        </p:blipFill>
        <p:spPr>
          <a:xfrm>
            <a:off x="8396575" y="0"/>
            <a:ext cx="2641476" cy="5143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9"/>
          <p:cNvSpPr txBox="1">
            <a:spLocks noGrp="1"/>
          </p:cNvSpPr>
          <p:nvPr>
            <p:ph type="ctrTitle"/>
          </p:nvPr>
        </p:nvSpPr>
        <p:spPr>
          <a:xfrm>
            <a:off x="543575" y="648725"/>
            <a:ext cx="6991500" cy="656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sz="3000">
                <a:latin typeface="Nunito ExtraBold"/>
                <a:ea typeface="Nunito ExtraBold"/>
                <a:cs typeface="Nunito ExtraBold"/>
                <a:sym typeface="Nunito ExtraBold"/>
              </a:rPr>
              <a:t>KEKURANGAN FIREFOX BROWSER</a:t>
            </a:r>
            <a:endParaRPr sz="3000">
              <a:latin typeface="Nunito ExtraBold"/>
              <a:ea typeface="Nunito ExtraBold"/>
              <a:cs typeface="Nunito ExtraBold"/>
              <a:sym typeface="Nunito ExtraBold"/>
            </a:endParaRPr>
          </a:p>
        </p:txBody>
      </p:sp>
      <p:sp>
        <p:nvSpPr>
          <p:cNvPr id="105" name="Google Shape;105;p19"/>
          <p:cNvSpPr txBox="1">
            <a:spLocks noGrp="1"/>
          </p:cNvSpPr>
          <p:nvPr>
            <p:ph type="subTitle" idx="1"/>
          </p:nvPr>
        </p:nvSpPr>
        <p:spPr>
          <a:xfrm>
            <a:off x="543575" y="1397525"/>
            <a:ext cx="5884800" cy="3035700"/>
          </a:xfrm>
          <a:prstGeom prst="rect">
            <a:avLst/>
          </a:prstGeom>
        </p:spPr>
        <p:txBody>
          <a:bodyPr spcFirstLastPara="1" wrap="square" lIns="91425" tIns="91425" rIns="91425" bIns="91425" anchor="t" anchorCtr="0">
            <a:normAutofit/>
          </a:bodyPr>
          <a:lstStyle/>
          <a:p>
            <a:pPr marL="457200" lvl="0" indent="-342900" algn="just" rtl="0">
              <a:spcBef>
                <a:spcPts val="0"/>
              </a:spcBef>
              <a:spcAft>
                <a:spcPts val="0"/>
              </a:spcAft>
              <a:buClr>
                <a:schemeClr val="dk1"/>
              </a:buClr>
              <a:buSzPts val="1800"/>
              <a:buFont typeface="Nunito Light"/>
              <a:buChar char="-"/>
            </a:pPr>
            <a:r>
              <a:rPr lang="en" sz="1800">
                <a:solidFill>
                  <a:schemeClr val="dk1"/>
                </a:solidFill>
                <a:latin typeface="Nunito Light"/>
                <a:ea typeface="Nunito Light"/>
                <a:cs typeface="Nunito Light"/>
                <a:sym typeface="Nunito Light"/>
              </a:rPr>
              <a:t>Tidak menggunakan engine Chromium</a:t>
            </a:r>
            <a:endParaRPr sz="1800">
              <a:solidFill>
                <a:schemeClr val="dk1"/>
              </a:solidFill>
              <a:latin typeface="Nunito Light"/>
              <a:ea typeface="Nunito Light"/>
              <a:cs typeface="Nunito Light"/>
              <a:sym typeface="Nunito Light"/>
            </a:endParaRPr>
          </a:p>
          <a:p>
            <a:pPr marL="457200" lvl="0" indent="-342900" algn="just" rtl="0">
              <a:spcBef>
                <a:spcPts val="0"/>
              </a:spcBef>
              <a:spcAft>
                <a:spcPts val="0"/>
              </a:spcAft>
              <a:buClr>
                <a:schemeClr val="dk1"/>
              </a:buClr>
              <a:buSzPts val="1800"/>
              <a:buFont typeface="Nunito Light"/>
              <a:buChar char="-"/>
            </a:pPr>
            <a:r>
              <a:rPr lang="en" sz="1800">
                <a:solidFill>
                  <a:schemeClr val="dk1"/>
                </a:solidFill>
                <a:latin typeface="Nunito Light"/>
                <a:ea typeface="Nunito Light"/>
                <a:cs typeface="Nunito Light"/>
                <a:sym typeface="Nunito Light"/>
              </a:rPr>
              <a:t>Browser memakan RAM cukup besar</a:t>
            </a:r>
            <a:endParaRPr sz="1800">
              <a:solidFill>
                <a:schemeClr val="dk1"/>
              </a:solidFill>
              <a:latin typeface="Nunito Light"/>
              <a:ea typeface="Nunito Light"/>
              <a:cs typeface="Nunito Light"/>
              <a:sym typeface="Nunito Light"/>
            </a:endParaRPr>
          </a:p>
          <a:p>
            <a:pPr marL="457200" lvl="0" indent="-342900" algn="just" rtl="0">
              <a:spcBef>
                <a:spcPts val="0"/>
              </a:spcBef>
              <a:spcAft>
                <a:spcPts val="0"/>
              </a:spcAft>
              <a:buClr>
                <a:schemeClr val="dk1"/>
              </a:buClr>
              <a:buSzPts val="1800"/>
              <a:buFont typeface="Nunito Light"/>
              <a:buChar char="-"/>
            </a:pPr>
            <a:r>
              <a:rPr lang="en" sz="1800">
                <a:solidFill>
                  <a:schemeClr val="dk1"/>
                </a:solidFill>
                <a:latin typeface="Nunito Light"/>
                <a:ea typeface="Nunito Light"/>
                <a:cs typeface="Nunito Light"/>
                <a:sym typeface="Nunito Light"/>
              </a:rPr>
              <a:t>Memutar video kurang optimal</a:t>
            </a:r>
            <a:endParaRPr sz="1800">
              <a:solidFill>
                <a:schemeClr val="dk1"/>
              </a:solidFill>
              <a:latin typeface="Nunito Light"/>
              <a:ea typeface="Nunito Light"/>
              <a:cs typeface="Nunito Light"/>
              <a:sym typeface="Nunito Light"/>
            </a:endParaRPr>
          </a:p>
          <a:p>
            <a:pPr marL="457200" lvl="0" indent="-342900" algn="just" rtl="0">
              <a:spcBef>
                <a:spcPts val="0"/>
              </a:spcBef>
              <a:spcAft>
                <a:spcPts val="0"/>
              </a:spcAft>
              <a:buClr>
                <a:schemeClr val="dk1"/>
              </a:buClr>
              <a:buSzPts val="1800"/>
              <a:buFont typeface="Nunito Light"/>
              <a:buChar char="-"/>
            </a:pPr>
            <a:r>
              <a:rPr lang="en" sz="1800">
                <a:solidFill>
                  <a:schemeClr val="dk1"/>
                </a:solidFill>
                <a:latin typeface="Nunito Light"/>
                <a:ea typeface="Nunito Light"/>
                <a:cs typeface="Nunito Light"/>
                <a:sym typeface="Nunito Light"/>
              </a:rPr>
              <a:t>User mulai menurun</a:t>
            </a:r>
            <a:endParaRPr sz="1800">
              <a:solidFill>
                <a:schemeClr val="dk1"/>
              </a:solidFill>
              <a:latin typeface="Nunito Light"/>
              <a:ea typeface="Nunito Light"/>
              <a:cs typeface="Nunito Light"/>
              <a:sym typeface="Nunito Light"/>
            </a:endParaRPr>
          </a:p>
          <a:p>
            <a:pPr marL="457200" lvl="0" indent="-342900" algn="just" rtl="0">
              <a:spcBef>
                <a:spcPts val="0"/>
              </a:spcBef>
              <a:spcAft>
                <a:spcPts val="0"/>
              </a:spcAft>
              <a:buClr>
                <a:schemeClr val="dk1"/>
              </a:buClr>
              <a:buSzPts val="1800"/>
              <a:buFont typeface="Nunito Light"/>
              <a:buChar char="-"/>
            </a:pPr>
            <a:r>
              <a:rPr lang="en" sz="1800">
                <a:solidFill>
                  <a:schemeClr val="dk1"/>
                </a:solidFill>
                <a:latin typeface="Nunito Light"/>
                <a:ea typeface="Nunito Light"/>
                <a:cs typeface="Nunito Light"/>
                <a:sym typeface="Nunito Light"/>
              </a:rPr>
              <a:t>Fitur profile tidak semudah Chrome dan Brave, harus manual</a:t>
            </a:r>
            <a:endParaRPr sz="1800">
              <a:solidFill>
                <a:schemeClr val="dk1"/>
              </a:solidFill>
              <a:latin typeface="Nunito Light"/>
              <a:ea typeface="Nunito Light"/>
              <a:cs typeface="Nunito Light"/>
              <a:sym typeface="Nunito Light"/>
            </a:endParaRPr>
          </a:p>
          <a:p>
            <a:pPr marL="457200" lvl="0" indent="-342900" algn="just" rtl="0">
              <a:spcBef>
                <a:spcPts val="0"/>
              </a:spcBef>
              <a:spcAft>
                <a:spcPts val="0"/>
              </a:spcAft>
              <a:buClr>
                <a:schemeClr val="dk1"/>
              </a:buClr>
              <a:buSzPts val="1800"/>
              <a:buFont typeface="Nunito Light"/>
              <a:buChar char="-"/>
            </a:pPr>
            <a:r>
              <a:rPr lang="en" sz="1800">
                <a:solidFill>
                  <a:schemeClr val="dk1"/>
                </a:solidFill>
                <a:latin typeface="Nunito Light"/>
                <a:ea typeface="Nunito Light"/>
                <a:cs typeface="Nunito Light"/>
                <a:sym typeface="Nunito Light"/>
              </a:rPr>
              <a:t>Extension tidak sebanyak Chrome dan Brave</a:t>
            </a:r>
            <a:endParaRPr sz="1800">
              <a:solidFill>
                <a:schemeClr val="dk1"/>
              </a:solidFill>
              <a:latin typeface="Nunito Light"/>
              <a:ea typeface="Nunito Light"/>
              <a:cs typeface="Nunito Light"/>
              <a:sym typeface="Nunito Light"/>
            </a:endParaRPr>
          </a:p>
          <a:p>
            <a:pPr marL="457200" lvl="0" indent="-342900" algn="just" rtl="0">
              <a:spcBef>
                <a:spcPts val="0"/>
              </a:spcBef>
              <a:spcAft>
                <a:spcPts val="0"/>
              </a:spcAft>
              <a:buClr>
                <a:schemeClr val="dk1"/>
              </a:buClr>
              <a:buSzPts val="1800"/>
              <a:buFont typeface="Nunito Light"/>
              <a:buChar char="-"/>
            </a:pPr>
            <a:r>
              <a:rPr lang="en" sz="1800">
                <a:solidFill>
                  <a:schemeClr val="dk1"/>
                </a:solidFill>
                <a:latin typeface="Nunito Light"/>
                <a:ea typeface="Nunito Light"/>
                <a:cs typeface="Nunito Light"/>
                <a:sym typeface="Nunito Light"/>
              </a:rPr>
              <a:t>Versi mobile tidak optimal</a:t>
            </a:r>
            <a:endParaRPr sz="1800">
              <a:solidFill>
                <a:schemeClr val="dk1"/>
              </a:solidFill>
              <a:latin typeface="Nunito Light"/>
              <a:ea typeface="Nunito Light"/>
              <a:cs typeface="Nunito Light"/>
              <a:sym typeface="Nunito Light"/>
            </a:endParaRPr>
          </a:p>
        </p:txBody>
      </p:sp>
      <p:pic>
        <p:nvPicPr>
          <p:cNvPr id="106" name="Google Shape;106;p19"/>
          <p:cNvPicPr preferRelativeResize="0"/>
          <p:nvPr/>
        </p:nvPicPr>
        <p:blipFill>
          <a:blip r:embed="rId3">
            <a:alphaModFix/>
          </a:blip>
          <a:stretch>
            <a:fillRect/>
          </a:stretch>
        </p:blipFill>
        <p:spPr>
          <a:xfrm>
            <a:off x="7310800" y="2240800"/>
            <a:ext cx="2641475" cy="2744602"/>
          </a:xfrm>
          <a:prstGeom prst="rect">
            <a:avLst/>
          </a:prstGeom>
          <a:noFill/>
          <a:ln>
            <a:noFill/>
          </a:ln>
          <a:effectLst>
            <a:outerShdw blurRad="828675" dist="19050" dir="5400000" algn="bl" rotWithShape="0">
              <a:srgbClr val="FFFF00">
                <a:alpha val="30000"/>
              </a:srgbClr>
            </a:outerShdw>
          </a:effectLst>
        </p:spPr>
      </p:pic>
      <p:pic>
        <p:nvPicPr>
          <p:cNvPr id="107" name="Google Shape;107;p19"/>
          <p:cNvPicPr preferRelativeResize="0"/>
          <p:nvPr/>
        </p:nvPicPr>
        <p:blipFill>
          <a:blip r:embed="rId4">
            <a:alphaModFix/>
          </a:blip>
          <a:stretch>
            <a:fillRect/>
          </a:stretch>
        </p:blipFill>
        <p:spPr>
          <a:xfrm>
            <a:off x="8396575" y="0"/>
            <a:ext cx="2641476" cy="5143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0"/>
          <p:cNvSpPr txBox="1">
            <a:spLocks noGrp="1"/>
          </p:cNvSpPr>
          <p:nvPr>
            <p:ph type="ctrTitle"/>
          </p:nvPr>
        </p:nvSpPr>
        <p:spPr>
          <a:xfrm>
            <a:off x="543575" y="648725"/>
            <a:ext cx="6559200" cy="656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sz="3000">
                <a:latin typeface="Nunito ExtraBold"/>
                <a:ea typeface="Nunito ExtraBold"/>
                <a:cs typeface="Nunito ExtraBold"/>
                <a:sym typeface="Nunito ExtraBold"/>
              </a:rPr>
              <a:t>KELEBIHAN CHROME BROWSER</a:t>
            </a:r>
            <a:endParaRPr sz="3000">
              <a:latin typeface="Nunito ExtraBold"/>
              <a:ea typeface="Nunito ExtraBold"/>
              <a:cs typeface="Nunito ExtraBold"/>
              <a:sym typeface="Nunito ExtraBold"/>
            </a:endParaRPr>
          </a:p>
        </p:txBody>
      </p:sp>
      <p:sp>
        <p:nvSpPr>
          <p:cNvPr id="113" name="Google Shape;113;p20"/>
          <p:cNvSpPr txBox="1">
            <a:spLocks noGrp="1"/>
          </p:cNvSpPr>
          <p:nvPr>
            <p:ph type="subTitle" idx="1"/>
          </p:nvPr>
        </p:nvSpPr>
        <p:spPr>
          <a:xfrm>
            <a:off x="543575" y="1397525"/>
            <a:ext cx="5884800" cy="3035700"/>
          </a:xfrm>
          <a:prstGeom prst="rect">
            <a:avLst/>
          </a:prstGeom>
        </p:spPr>
        <p:txBody>
          <a:bodyPr spcFirstLastPara="1" wrap="square" lIns="91425" tIns="91425" rIns="91425" bIns="91425" anchor="t" anchorCtr="0">
            <a:normAutofit/>
          </a:bodyPr>
          <a:lstStyle/>
          <a:p>
            <a:pPr marL="457200" lvl="0" indent="-342900" algn="just" rtl="0">
              <a:spcBef>
                <a:spcPts val="0"/>
              </a:spcBef>
              <a:spcAft>
                <a:spcPts val="0"/>
              </a:spcAft>
              <a:buClr>
                <a:schemeClr val="dk1"/>
              </a:buClr>
              <a:buSzPts val="1800"/>
              <a:buFont typeface="Nunito Light"/>
              <a:buChar char="-"/>
            </a:pPr>
            <a:r>
              <a:rPr lang="en" sz="1800">
                <a:solidFill>
                  <a:schemeClr val="dk1"/>
                </a:solidFill>
                <a:latin typeface="Nunito Light"/>
                <a:ea typeface="Nunito Light"/>
                <a:cs typeface="Nunito Light"/>
                <a:sym typeface="Nunito Light"/>
              </a:rPr>
              <a:t>Browser dengan user terbanyak</a:t>
            </a:r>
            <a:endParaRPr sz="1800">
              <a:solidFill>
                <a:schemeClr val="dk1"/>
              </a:solidFill>
              <a:latin typeface="Nunito Light"/>
              <a:ea typeface="Nunito Light"/>
              <a:cs typeface="Nunito Light"/>
              <a:sym typeface="Nunito Light"/>
            </a:endParaRPr>
          </a:p>
          <a:p>
            <a:pPr marL="457200" lvl="0" indent="-342900" algn="just" rtl="0">
              <a:spcBef>
                <a:spcPts val="0"/>
              </a:spcBef>
              <a:spcAft>
                <a:spcPts val="0"/>
              </a:spcAft>
              <a:buClr>
                <a:schemeClr val="dk1"/>
              </a:buClr>
              <a:buSzPts val="1800"/>
              <a:buFont typeface="Nunito Light"/>
              <a:buChar char="-"/>
            </a:pPr>
            <a:r>
              <a:rPr lang="en" sz="1800">
                <a:solidFill>
                  <a:schemeClr val="dk1"/>
                </a:solidFill>
                <a:latin typeface="Nunito Light"/>
                <a:ea typeface="Nunito Light"/>
                <a:cs typeface="Nunito Light"/>
                <a:sym typeface="Nunito Light"/>
              </a:rPr>
              <a:t>Kecepatan browsing yang cepat</a:t>
            </a:r>
            <a:endParaRPr sz="1800">
              <a:solidFill>
                <a:schemeClr val="dk1"/>
              </a:solidFill>
              <a:latin typeface="Nunito Light"/>
              <a:ea typeface="Nunito Light"/>
              <a:cs typeface="Nunito Light"/>
              <a:sym typeface="Nunito Light"/>
            </a:endParaRPr>
          </a:p>
          <a:p>
            <a:pPr marL="457200" lvl="0" indent="-342900" algn="just" rtl="0">
              <a:spcBef>
                <a:spcPts val="0"/>
              </a:spcBef>
              <a:spcAft>
                <a:spcPts val="0"/>
              </a:spcAft>
              <a:buClr>
                <a:schemeClr val="dk1"/>
              </a:buClr>
              <a:buSzPts val="1800"/>
              <a:buFont typeface="Nunito Light"/>
              <a:buChar char="-"/>
            </a:pPr>
            <a:r>
              <a:rPr lang="en" sz="1800">
                <a:solidFill>
                  <a:schemeClr val="dk1"/>
                </a:solidFill>
                <a:latin typeface="Nunito Light"/>
                <a:ea typeface="Nunito Light"/>
                <a:cs typeface="Nunito Light"/>
                <a:sym typeface="Nunito Light"/>
              </a:rPr>
              <a:t>Banyak extension yang support dengan Chrome</a:t>
            </a:r>
            <a:endParaRPr sz="1800">
              <a:solidFill>
                <a:schemeClr val="dk1"/>
              </a:solidFill>
              <a:latin typeface="Nunito Light"/>
              <a:ea typeface="Nunito Light"/>
              <a:cs typeface="Nunito Light"/>
              <a:sym typeface="Nunito Light"/>
            </a:endParaRPr>
          </a:p>
          <a:p>
            <a:pPr marL="457200" lvl="0" indent="-342900" algn="just" rtl="0">
              <a:spcBef>
                <a:spcPts val="0"/>
              </a:spcBef>
              <a:spcAft>
                <a:spcPts val="0"/>
              </a:spcAft>
              <a:buClr>
                <a:schemeClr val="dk1"/>
              </a:buClr>
              <a:buSzPts val="1800"/>
              <a:buFont typeface="Nunito Light"/>
              <a:buChar char="-"/>
            </a:pPr>
            <a:r>
              <a:rPr lang="en" sz="1800">
                <a:solidFill>
                  <a:schemeClr val="dk1"/>
                </a:solidFill>
                <a:latin typeface="Nunito Light"/>
                <a:ea typeface="Nunito Light"/>
                <a:cs typeface="Nunito Light"/>
                <a:sym typeface="Nunito Light"/>
              </a:rPr>
              <a:t>Dikelola oleh google</a:t>
            </a:r>
            <a:endParaRPr sz="1800">
              <a:solidFill>
                <a:schemeClr val="dk1"/>
              </a:solidFill>
              <a:latin typeface="Nunito Light"/>
              <a:ea typeface="Nunito Light"/>
              <a:cs typeface="Nunito Light"/>
              <a:sym typeface="Nunito Light"/>
            </a:endParaRPr>
          </a:p>
        </p:txBody>
      </p:sp>
      <p:pic>
        <p:nvPicPr>
          <p:cNvPr id="114" name="Google Shape;114;p20"/>
          <p:cNvPicPr preferRelativeResize="0"/>
          <p:nvPr/>
        </p:nvPicPr>
        <p:blipFill>
          <a:blip r:embed="rId3">
            <a:alphaModFix/>
          </a:blip>
          <a:stretch>
            <a:fillRect/>
          </a:stretch>
        </p:blipFill>
        <p:spPr>
          <a:xfrm>
            <a:off x="7280225" y="2049100"/>
            <a:ext cx="2900301" cy="2900301"/>
          </a:xfrm>
          <a:prstGeom prst="rect">
            <a:avLst/>
          </a:prstGeom>
          <a:noFill/>
          <a:ln>
            <a:noFill/>
          </a:ln>
          <a:effectLst>
            <a:outerShdw blurRad="828675" dist="19050" dir="5400000" algn="bl" rotWithShape="0">
              <a:srgbClr val="FFFF00">
                <a:alpha val="30000"/>
              </a:srgbClr>
            </a:outerShdw>
          </a:effectLst>
        </p:spPr>
      </p:pic>
      <p:pic>
        <p:nvPicPr>
          <p:cNvPr id="115" name="Google Shape;115;p20"/>
          <p:cNvPicPr preferRelativeResize="0"/>
          <p:nvPr/>
        </p:nvPicPr>
        <p:blipFill>
          <a:blip r:embed="rId4">
            <a:alphaModFix/>
          </a:blip>
          <a:stretch>
            <a:fillRect/>
          </a:stretch>
        </p:blipFill>
        <p:spPr>
          <a:xfrm>
            <a:off x="8396575" y="0"/>
            <a:ext cx="2641476" cy="5143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1"/>
          <p:cNvSpPr txBox="1">
            <a:spLocks noGrp="1"/>
          </p:cNvSpPr>
          <p:nvPr>
            <p:ph type="ctrTitle"/>
          </p:nvPr>
        </p:nvSpPr>
        <p:spPr>
          <a:xfrm>
            <a:off x="543575" y="648725"/>
            <a:ext cx="7023000" cy="656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sz="3000">
                <a:latin typeface="Nunito ExtraBold"/>
                <a:ea typeface="Nunito ExtraBold"/>
                <a:cs typeface="Nunito ExtraBold"/>
                <a:sym typeface="Nunito ExtraBold"/>
              </a:rPr>
              <a:t>KEKURANGAN CHROME BROWSER</a:t>
            </a:r>
            <a:endParaRPr sz="3000">
              <a:latin typeface="Nunito ExtraBold"/>
              <a:ea typeface="Nunito ExtraBold"/>
              <a:cs typeface="Nunito ExtraBold"/>
              <a:sym typeface="Nunito ExtraBold"/>
            </a:endParaRPr>
          </a:p>
        </p:txBody>
      </p:sp>
      <p:sp>
        <p:nvSpPr>
          <p:cNvPr id="121" name="Google Shape;121;p21"/>
          <p:cNvSpPr txBox="1">
            <a:spLocks noGrp="1"/>
          </p:cNvSpPr>
          <p:nvPr>
            <p:ph type="subTitle" idx="1"/>
          </p:nvPr>
        </p:nvSpPr>
        <p:spPr>
          <a:xfrm>
            <a:off x="543575" y="1397525"/>
            <a:ext cx="5884800" cy="3035700"/>
          </a:xfrm>
          <a:prstGeom prst="rect">
            <a:avLst/>
          </a:prstGeom>
        </p:spPr>
        <p:txBody>
          <a:bodyPr spcFirstLastPara="1" wrap="square" lIns="91425" tIns="91425" rIns="91425" bIns="91425" anchor="t" anchorCtr="0">
            <a:normAutofit/>
          </a:bodyPr>
          <a:lstStyle/>
          <a:p>
            <a:pPr marL="457200" lvl="0" indent="-342900" algn="just" rtl="0">
              <a:spcBef>
                <a:spcPts val="0"/>
              </a:spcBef>
              <a:spcAft>
                <a:spcPts val="0"/>
              </a:spcAft>
              <a:buClr>
                <a:schemeClr val="dk1"/>
              </a:buClr>
              <a:buSzPts val="1800"/>
              <a:buFont typeface="Nunito Light"/>
              <a:buChar char="-"/>
            </a:pPr>
            <a:r>
              <a:rPr lang="en" sz="1800">
                <a:solidFill>
                  <a:schemeClr val="dk1"/>
                </a:solidFill>
                <a:latin typeface="Nunito Light"/>
                <a:ea typeface="Nunito Light"/>
                <a:cs typeface="Nunito Light"/>
                <a:sym typeface="Nunito Light"/>
              </a:rPr>
              <a:t>Memakan RAM dengan besar</a:t>
            </a:r>
            <a:endParaRPr sz="1800">
              <a:solidFill>
                <a:schemeClr val="dk1"/>
              </a:solidFill>
              <a:latin typeface="Nunito Light"/>
              <a:ea typeface="Nunito Light"/>
              <a:cs typeface="Nunito Light"/>
              <a:sym typeface="Nunito Light"/>
            </a:endParaRPr>
          </a:p>
          <a:p>
            <a:pPr marL="457200" lvl="0" indent="-342900" algn="just" rtl="0">
              <a:spcBef>
                <a:spcPts val="0"/>
              </a:spcBef>
              <a:spcAft>
                <a:spcPts val="0"/>
              </a:spcAft>
              <a:buClr>
                <a:schemeClr val="dk1"/>
              </a:buClr>
              <a:buSzPts val="1800"/>
              <a:buFont typeface="Nunito Light"/>
              <a:buChar char="-"/>
            </a:pPr>
            <a:r>
              <a:rPr lang="en" sz="1800">
                <a:solidFill>
                  <a:schemeClr val="dk1"/>
                </a:solidFill>
                <a:latin typeface="Nunito Light"/>
                <a:ea typeface="Nunito Light"/>
                <a:cs typeface="Nunito Light"/>
                <a:sym typeface="Nunito Light"/>
              </a:rPr>
              <a:t>Keamanan browser kurang bagus jika dibandingkan dengan Firefox dan Brave</a:t>
            </a:r>
            <a:endParaRPr sz="1800">
              <a:solidFill>
                <a:schemeClr val="dk1"/>
              </a:solidFill>
              <a:latin typeface="Nunito Light"/>
              <a:ea typeface="Nunito Light"/>
              <a:cs typeface="Nunito Light"/>
              <a:sym typeface="Nunito Light"/>
            </a:endParaRPr>
          </a:p>
          <a:p>
            <a:pPr marL="457200" lvl="0" indent="-342900" algn="just" rtl="0">
              <a:spcBef>
                <a:spcPts val="0"/>
              </a:spcBef>
              <a:spcAft>
                <a:spcPts val="0"/>
              </a:spcAft>
              <a:buClr>
                <a:schemeClr val="dk1"/>
              </a:buClr>
              <a:buSzPts val="1800"/>
              <a:buFont typeface="Nunito Light"/>
              <a:buChar char="-"/>
            </a:pPr>
            <a:r>
              <a:rPr lang="en" sz="1800">
                <a:solidFill>
                  <a:schemeClr val="dk1"/>
                </a:solidFill>
                <a:latin typeface="Nunito Light"/>
                <a:ea typeface="Nunito Light"/>
                <a:cs typeface="Nunito Light"/>
                <a:sym typeface="Nunito Light"/>
              </a:rPr>
              <a:t>Browser yang paling sering menjadi sasaran Hacker dan cyber crime lainnya</a:t>
            </a:r>
            <a:endParaRPr sz="1800">
              <a:solidFill>
                <a:schemeClr val="dk1"/>
              </a:solidFill>
              <a:latin typeface="Nunito Light"/>
              <a:ea typeface="Nunito Light"/>
              <a:cs typeface="Nunito Light"/>
              <a:sym typeface="Nunito Light"/>
            </a:endParaRPr>
          </a:p>
        </p:txBody>
      </p:sp>
      <p:pic>
        <p:nvPicPr>
          <p:cNvPr id="122" name="Google Shape;122;p21"/>
          <p:cNvPicPr preferRelativeResize="0"/>
          <p:nvPr/>
        </p:nvPicPr>
        <p:blipFill>
          <a:blip r:embed="rId3">
            <a:alphaModFix/>
          </a:blip>
          <a:stretch>
            <a:fillRect/>
          </a:stretch>
        </p:blipFill>
        <p:spPr>
          <a:xfrm>
            <a:off x="7280225" y="2049100"/>
            <a:ext cx="2900301" cy="2900301"/>
          </a:xfrm>
          <a:prstGeom prst="rect">
            <a:avLst/>
          </a:prstGeom>
          <a:noFill/>
          <a:ln>
            <a:noFill/>
          </a:ln>
          <a:effectLst>
            <a:outerShdw blurRad="828675" dist="19050" dir="5400000" algn="bl" rotWithShape="0">
              <a:srgbClr val="FFFF00">
                <a:alpha val="30000"/>
              </a:srgbClr>
            </a:outerShdw>
          </a:effectLst>
        </p:spPr>
      </p:pic>
      <p:pic>
        <p:nvPicPr>
          <p:cNvPr id="123" name="Google Shape;123;p21"/>
          <p:cNvPicPr preferRelativeResize="0"/>
          <p:nvPr/>
        </p:nvPicPr>
        <p:blipFill>
          <a:blip r:embed="rId4">
            <a:alphaModFix/>
          </a:blip>
          <a:stretch>
            <a:fillRect/>
          </a:stretch>
        </p:blipFill>
        <p:spPr>
          <a:xfrm>
            <a:off x="8396575" y="0"/>
            <a:ext cx="2641476" cy="5143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pic>
        <p:nvPicPr>
          <p:cNvPr id="128" name="Google Shape;128;p22"/>
          <p:cNvPicPr preferRelativeResize="0"/>
          <p:nvPr/>
        </p:nvPicPr>
        <p:blipFill>
          <a:blip r:embed="rId3">
            <a:alphaModFix/>
          </a:blip>
          <a:stretch>
            <a:fillRect/>
          </a:stretch>
        </p:blipFill>
        <p:spPr>
          <a:xfrm>
            <a:off x="7256725" y="1971875"/>
            <a:ext cx="3035700" cy="3035700"/>
          </a:xfrm>
          <a:prstGeom prst="rect">
            <a:avLst/>
          </a:prstGeom>
          <a:noFill/>
          <a:ln>
            <a:noFill/>
          </a:ln>
          <a:effectLst>
            <a:outerShdw blurRad="828675" dist="19050" dir="5400000" algn="bl" rotWithShape="0">
              <a:srgbClr val="FFFF00">
                <a:alpha val="30000"/>
              </a:srgbClr>
            </a:outerShdw>
          </a:effectLst>
        </p:spPr>
      </p:pic>
      <p:pic>
        <p:nvPicPr>
          <p:cNvPr id="129" name="Google Shape;129;p22"/>
          <p:cNvPicPr preferRelativeResize="0"/>
          <p:nvPr/>
        </p:nvPicPr>
        <p:blipFill>
          <a:blip r:embed="rId4">
            <a:alphaModFix/>
          </a:blip>
          <a:stretch>
            <a:fillRect/>
          </a:stretch>
        </p:blipFill>
        <p:spPr>
          <a:xfrm>
            <a:off x="8396575" y="0"/>
            <a:ext cx="2641476" cy="5143500"/>
          </a:xfrm>
          <a:prstGeom prst="rect">
            <a:avLst/>
          </a:prstGeom>
          <a:noFill/>
          <a:ln>
            <a:noFill/>
          </a:ln>
        </p:spPr>
      </p:pic>
      <p:sp>
        <p:nvSpPr>
          <p:cNvPr id="130" name="Google Shape;130;p22"/>
          <p:cNvSpPr txBox="1">
            <a:spLocks noGrp="1"/>
          </p:cNvSpPr>
          <p:nvPr>
            <p:ph type="ctrTitle"/>
          </p:nvPr>
        </p:nvSpPr>
        <p:spPr>
          <a:xfrm>
            <a:off x="543575" y="648725"/>
            <a:ext cx="6713100" cy="656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sz="3000">
                <a:latin typeface="Nunito ExtraBold"/>
                <a:ea typeface="Nunito ExtraBold"/>
                <a:cs typeface="Nunito ExtraBold"/>
                <a:sym typeface="Nunito ExtraBold"/>
              </a:rPr>
              <a:t>KELEBIHAN BRAVE BROWSER</a:t>
            </a:r>
            <a:endParaRPr sz="3000">
              <a:latin typeface="Nunito ExtraBold"/>
              <a:ea typeface="Nunito ExtraBold"/>
              <a:cs typeface="Nunito ExtraBold"/>
              <a:sym typeface="Nunito ExtraBold"/>
            </a:endParaRPr>
          </a:p>
        </p:txBody>
      </p:sp>
      <p:sp>
        <p:nvSpPr>
          <p:cNvPr id="131" name="Google Shape;131;p22"/>
          <p:cNvSpPr txBox="1">
            <a:spLocks noGrp="1"/>
          </p:cNvSpPr>
          <p:nvPr>
            <p:ph type="subTitle" idx="1"/>
          </p:nvPr>
        </p:nvSpPr>
        <p:spPr>
          <a:xfrm>
            <a:off x="543575" y="1397525"/>
            <a:ext cx="5884800" cy="3035700"/>
          </a:xfrm>
          <a:prstGeom prst="rect">
            <a:avLst/>
          </a:prstGeom>
        </p:spPr>
        <p:txBody>
          <a:bodyPr spcFirstLastPara="1" wrap="square" lIns="91425" tIns="91425" rIns="91425" bIns="91425" anchor="t" anchorCtr="0">
            <a:normAutofit/>
          </a:bodyPr>
          <a:lstStyle/>
          <a:p>
            <a:pPr marL="457200" lvl="0" indent="-342900" algn="just" rtl="0">
              <a:spcBef>
                <a:spcPts val="0"/>
              </a:spcBef>
              <a:spcAft>
                <a:spcPts val="0"/>
              </a:spcAft>
              <a:buClr>
                <a:schemeClr val="dk1"/>
              </a:buClr>
              <a:buSzPts val="1800"/>
              <a:buFont typeface="Nunito Light"/>
              <a:buChar char="-"/>
            </a:pPr>
            <a:r>
              <a:rPr lang="en" sz="1800">
                <a:solidFill>
                  <a:schemeClr val="dk1"/>
                </a:solidFill>
                <a:latin typeface="Nunito Light"/>
                <a:ea typeface="Nunito Light"/>
                <a:cs typeface="Nunito Light"/>
                <a:sym typeface="Nunito Light"/>
              </a:rPr>
              <a:t>Umur browser yang masih muda</a:t>
            </a:r>
            <a:endParaRPr sz="1800">
              <a:solidFill>
                <a:schemeClr val="dk1"/>
              </a:solidFill>
              <a:latin typeface="Nunito Light"/>
              <a:ea typeface="Nunito Light"/>
              <a:cs typeface="Nunito Light"/>
              <a:sym typeface="Nunito Light"/>
            </a:endParaRPr>
          </a:p>
          <a:p>
            <a:pPr marL="457200" lvl="0" indent="-342900" algn="just" rtl="0">
              <a:spcBef>
                <a:spcPts val="0"/>
              </a:spcBef>
              <a:spcAft>
                <a:spcPts val="0"/>
              </a:spcAft>
              <a:buClr>
                <a:schemeClr val="dk1"/>
              </a:buClr>
              <a:buSzPts val="1800"/>
              <a:buFont typeface="Nunito Light"/>
              <a:buChar char="-"/>
            </a:pPr>
            <a:r>
              <a:rPr lang="en" sz="1800">
                <a:solidFill>
                  <a:schemeClr val="dk1"/>
                </a:solidFill>
                <a:latin typeface="Nunito Light"/>
                <a:ea typeface="Nunito Light"/>
                <a:cs typeface="Nunito Light"/>
                <a:sym typeface="Nunito Light"/>
              </a:rPr>
              <a:t>Terbuat dari engine chromium</a:t>
            </a:r>
            <a:endParaRPr sz="1800">
              <a:solidFill>
                <a:schemeClr val="dk1"/>
              </a:solidFill>
              <a:latin typeface="Nunito Light"/>
              <a:ea typeface="Nunito Light"/>
              <a:cs typeface="Nunito Light"/>
              <a:sym typeface="Nunito Light"/>
            </a:endParaRPr>
          </a:p>
          <a:p>
            <a:pPr marL="457200" lvl="0" indent="-342900" algn="just" rtl="0">
              <a:spcBef>
                <a:spcPts val="0"/>
              </a:spcBef>
              <a:spcAft>
                <a:spcPts val="0"/>
              </a:spcAft>
              <a:buClr>
                <a:schemeClr val="dk1"/>
              </a:buClr>
              <a:buSzPts val="1800"/>
              <a:buFont typeface="Nunito Light"/>
              <a:buChar char="-"/>
            </a:pPr>
            <a:r>
              <a:rPr lang="en" sz="1800">
                <a:solidFill>
                  <a:schemeClr val="dk1"/>
                </a:solidFill>
                <a:latin typeface="Nunito Light"/>
                <a:ea typeface="Nunito Light"/>
                <a:cs typeface="Nunito Light"/>
                <a:sym typeface="Nunito Light"/>
              </a:rPr>
              <a:t>Browser dengan keamanan paling ketat (</a:t>
            </a:r>
            <a:r>
              <a:rPr lang="en" sz="1800" i="1">
                <a:solidFill>
                  <a:schemeClr val="dk1"/>
                </a:solidFill>
                <a:latin typeface="Nunito Light"/>
                <a:ea typeface="Nunito Light"/>
                <a:cs typeface="Nunito Light"/>
                <a:sym typeface="Nunito Light"/>
              </a:rPr>
              <a:t>saat ini</a:t>
            </a:r>
            <a:r>
              <a:rPr lang="en" sz="1800">
                <a:solidFill>
                  <a:schemeClr val="dk1"/>
                </a:solidFill>
                <a:latin typeface="Nunito Light"/>
                <a:ea typeface="Nunito Light"/>
                <a:cs typeface="Nunito Light"/>
                <a:sym typeface="Nunito Light"/>
              </a:rPr>
              <a:t>)</a:t>
            </a:r>
            <a:endParaRPr sz="1800">
              <a:solidFill>
                <a:schemeClr val="dk1"/>
              </a:solidFill>
              <a:latin typeface="Nunito Light"/>
              <a:ea typeface="Nunito Light"/>
              <a:cs typeface="Nunito Light"/>
              <a:sym typeface="Nunito Light"/>
            </a:endParaRPr>
          </a:p>
          <a:p>
            <a:pPr marL="457200" lvl="0" indent="-342900" algn="just" rtl="0">
              <a:spcBef>
                <a:spcPts val="0"/>
              </a:spcBef>
              <a:spcAft>
                <a:spcPts val="0"/>
              </a:spcAft>
              <a:buClr>
                <a:schemeClr val="dk1"/>
              </a:buClr>
              <a:buSzPts val="1800"/>
              <a:buFont typeface="Nunito Light"/>
              <a:buChar char="-"/>
            </a:pPr>
            <a:r>
              <a:rPr lang="en" sz="1800">
                <a:solidFill>
                  <a:schemeClr val="dk1"/>
                </a:solidFill>
                <a:latin typeface="Nunito Light"/>
                <a:ea typeface="Nunito Light"/>
                <a:cs typeface="Nunito Light"/>
                <a:sym typeface="Nunito Light"/>
              </a:rPr>
              <a:t>Tidak memakan RAM terlalu besar</a:t>
            </a:r>
            <a:endParaRPr sz="1800">
              <a:solidFill>
                <a:schemeClr val="dk1"/>
              </a:solidFill>
              <a:latin typeface="Nunito Light"/>
              <a:ea typeface="Nunito Light"/>
              <a:cs typeface="Nunito Light"/>
              <a:sym typeface="Nunito Light"/>
            </a:endParaRPr>
          </a:p>
          <a:p>
            <a:pPr marL="457200" lvl="0" indent="-342900" algn="just" rtl="0">
              <a:spcBef>
                <a:spcPts val="0"/>
              </a:spcBef>
              <a:spcAft>
                <a:spcPts val="0"/>
              </a:spcAft>
              <a:buClr>
                <a:schemeClr val="dk1"/>
              </a:buClr>
              <a:buSzPts val="1800"/>
              <a:buFont typeface="Nunito Light"/>
              <a:buChar char="-"/>
            </a:pPr>
            <a:r>
              <a:rPr lang="en" sz="1800">
                <a:solidFill>
                  <a:schemeClr val="dk1"/>
                </a:solidFill>
                <a:latin typeface="Nunito Light"/>
                <a:ea typeface="Nunito Light"/>
                <a:cs typeface="Nunito Light"/>
                <a:sym typeface="Nunito Light"/>
              </a:rPr>
              <a:t>Sensasi browsing yang smooth</a:t>
            </a:r>
            <a:endParaRPr sz="1800">
              <a:solidFill>
                <a:schemeClr val="dk1"/>
              </a:solidFill>
              <a:latin typeface="Nunito Light"/>
              <a:ea typeface="Nunito Light"/>
              <a:cs typeface="Nunito Light"/>
              <a:sym typeface="Nunito Light"/>
            </a:endParaRPr>
          </a:p>
          <a:p>
            <a:pPr marL="457200" lvl="0" indent="-342900" algn="just" rtl="0">
              <a:spcBef>
                <a:spcPts val="0"/>
              </a:spcBef>
              <a:spcAft>
                <a:spcPts val="0"/>
              </a:spcAft>
              <a:buClr>
                <a:schemeClr val="dk1"/>
              </a:buClr>
              <a:buSzPts val="1800"/>
              <a:buFont typeface="Nunito Light"/>
              <a:buChar char="-"/>
            </a:pPr>
            <a:r>
              <a:rPr lang="en" sz="1800">
                <a:solidFill>
                  <a:schemeClr val="dk1"/>
                </a:solidFill>
                <a:latin typeface="Nunito Light"/>
                <a:ea typeface="Nunito Light"/>
                <a:cs typeface="Nunito Light"/>
                <a:sym typeface="Nunito Light"/>
              </a:rPr>
              <a:t>User Interface paling bagus dibandingkan Firefox dan chrome</a:t>
            </a:r>
            <a:endParaRPr sz="1800">
              <a:solidFill>
                <a:schemeClr val="dk1"/>
              </a:solidFill>
              <a:latin typeface="Nunito Light"/>
              <a:ea typeface="Nunito Light"/>
              <a:cs typeface="Nunito Light"/>
              <a:sym typeface="Nunito Light"/>
            </a:endParaRPr>
          </a:p>
          <a:p>
            <a:pPr marL="457200" lvl="0" indent="-342900" algn="just" rtl="0">
              <a:spcBef>
                <a:spcPts val="0"/>
              </a:spcBef>
              <a:spcAft>
                <a:spcPts val="0"/>
              </a:spcAft>
              <a:buClr>
                <a:schemeClr val="dk1"/>
              </a:buClr>
              <a:buSzPts val="1800"/>
              <a:buFont typeface="Nunito Light"/>
              <a:buChar char="-"/>
            </a:pPr>
            <a:r>
              <a:rPr lang="en" sz="1800">
                <a:solidFill>
                  <a:schemeClr val="dk1"/>
                </a:solidFill>
                <a:latin typeface="Nunito Light"/>
                <a:ea typeface="Nunito Light"/>
                <a:cs typeface="Nunito Light"/>
                <a:sym typeface="Nunito Light"/>
              </a:rPr>
              <a:t>Banyak extension yang support karena browser menggunakan engine Chromium</a:t>
            </a:r>
            <a:endParaRPr sz="1800">
              <a:solidFill>
                <a:schemeClr val="dk1"/>
              </a:solidFill>
              <a:latin typeface="Nunito Light"/>
              <a:ea typeface="Nunito Light"/>
              <a:cs typeface="Nunito Light"/>
              <a:sym typeface="Nunito Light"/>
            </a:endParaRPr>
          </a:p>
          <a:p>
            <a:pPr marL="457200" lvl="0" indent="-342900" algn="just" rtl="0">
              <a:spcBef>
                <a:spcPts val="0"/>
              </a:spcBef>
              <a:spcAft>
                <a:spcPts val="0"/>
              </a:spcAft>
              <a:buClr>
                <a:schemeClr val="dk1"/>
              </a:buClr>
              <a:buSzPts val="1800"/>
              <a:buFont typeface="Nunito Light"/>
              <a:buChar char="-"/>
            </a:pPr>
            <a:r>
              <a:rPr lang="en" sz="1800">
                <a:solidFill>
                  <a:schemeClr val="dk1"/>
                </a:solidFill>
                <a:latin typeface="Nunito Light"/>
                <a:ea typeface="Nunito Light"/>
                <a:cs typeface="Nunito Light"/>
                <a:sym typeface="Nunito Light"/>
              </a:rPr>
              <a:t>Versi mobile yang optimal</a:t>
            </a:r>
            <a:endParaRPr sz="1800">
              <a:solidFill>
                <a:schemeClr val="dk1"/>
              </a:solidFill>
              <a:latin typeface="Nunito Light"/>
              <a:ea typeface="Nunito Light"/>
              <a:cs typeface="Nunito Light"/>
              <a:sym typeface="Nunito 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pic>
        <p:nvPicPr>
          <p:cNvPr id="136" name="Google Shape;136;p23"/>
          <p:cNvPicPr preferRelativeResize="0"/>
          <p:nvPr/>
        </p:nvPicPr>
        <p:blipFill>
          <a:blip r:embed="rId3">
            <a:alphaModFix/>
          </a:blip>
          <a:stretch>
            <a:fillRect/>
          </a:stretch>
        </p:blipFill>
        <p:spPr>
          <a:xfrm>
            <a:off x="7256725" y="1971875"/>
            <a:ext cx="3035700" cy="3035700"/>
          </a:xfrm>
          <a:prstGeom prst="rect">
            <a:avLst/>
          </a:prstGeom>
          <a:noFill/>
          <a:ln>
            <a:noFill/>
          </a:ln>
          <a:effectLst>
            <a:outerShdw blurRad="828675" dist="19050" dir="5400000" algn="bl" rotWithShape="0">
              <a:srgbClr val="FFFF00">
                <a:alpha val="30000"/>
              </a:srgbClr>
            </a:outerShdw>
          </a:effectLst>
        </p:spPr>
      </p:pic>
      <p:pic>
        <p:nvPicPr>
          <p:cNvPr id="137" name="Google Shape;137;p23"/>
          <p:cNvPicPr preferRelativeResize="0"/>
          <p:nvPr/>
        </p:nvPicPr>
        <p:blipFill>
          <a:blip r:embed="rId4">
            <a:alphaModFix/>
          </a:blip>
          <a:stretch>
            <a:fillRect/>
          </a:stretch>
        </p:blipFill>
        <p:spPr>
          <a:xfrm>
            <a:off x="8396575" y="0"/>
            <a:ext cx="2641476" cy="5143500"/>
          </a:xfrm>
          <a:prstGeom prst="rect">
            <a:avLst/>
          </a:prstGeom>
          <a:noFill/>
          <a:ln>
            <a:noFill/>
          </a:ln>
        </p:spPr>
      </p:pic>
      <p:sp>
        <p:nvSpPr>
          <p:cNvPr id="138" name="Google Shape;138;p23"/>
          <p:cNvSpPr txBox="1">
            <a:spLocks noGrp="1"/>
          </p:cNvSpPr>
          <p:nvPr>
            <p:ph type="ctrTitle"/>
          </p:nvPr>
        </p:nvSpPr>
        <p:spPr>
          <a:xfrm>
            <a:off x="543575" y="648725"/>
            <a:ext cx="7044000" cy="656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sz="3000">
                <a:latin typeface="Nunito ExtraBold"/>
                <a:ea typeface="Nunito ExtraBold"/>
                <a:cs typeface="Nunito ExtraBold"/>
                <a:sym typeface="Nunito ExtraBold"/>
              </a:rPr>
              <a:t>KEKURANGAN BRAVE BROWSER</a:t>
            </a:r>
            <a:endParaRPr sz="3000">
              <a:latin typeface="Nunito ExtraBold"/>
              <a:ea typeface="Nunito ExtraBold"/>
              <a:cs typeface="Nunito ExtraBold"/>
              <a:sym typeface="Nunito ExtraBold"/>
            </a:endParaRPr>
          </a:p>
        </p:txBody>
      </p:sp>
      <p:sp>
        <p:nvSpPr>
          <p:cNvPr id="139" name="Google Shape;139;p23"/>
          <p:cNvSpPr txBox="1">
            <a:spLocks noGrp="1"/>
          </p:cNvSpPr>
          <p:nvPr>
            <p:ph type="subTitle" idx="1"/>
          </p:nvPr>
        </p:nvSpPr>
        <p:spPr>
          <a:xfrm>
            <a:off x="543575" y="1397525"/>
            <a:ext cx="5884800" cy="3035700"/>
          </a:xfrm>
          <a:prstGeom prst="rect">
            <a:avLst/>
          </a:prstGeom>
        </p:spPr>
        <p:txBody>
          <a:bodyPr spcFirstLastPara="1" wrap="square" lIns="91425" tIns="91425" rIns="91425" bIns="91425" anchor="t" anchorCtr="0">
            <a:normAutofit/>
          </a:bodyPr>
          <a:lstStyle/>
          <a:p>
            <a:pPr marL="457200" lvl="0" indent="-342900" algn="just" rtl="0">
              <a:spcBef>
                <a:spcPts val="0"/>
              </a:spcBef>
              <a:spcAft>
                <a:spcPts val="0"/>
              </a:spcAft>
              <a:buClr>
                <a:schemeClr val="dk1"/>
              </a:buClr>
              <a:buSzPts val="1800"/>
              <a:buFont typeface="Nunito Light"/>
              <a:buChar char="-"/>
            </a:pPr>
            <a:r>
              <a:rPr lang="en" sz="1800">
                <a:solidFill>
                  <a:schemeClr val="dk1"/>
                </a:solidFill>
                <a:latin typeface="Nunito Light"/>
                <a:ea typeface="Nunito Light"/>
                <a:cs typeface="Nunito Light"/>
                <a:sym typeface="Nunito Light"/>
              </a:rPr>
              <a:t>Pengguna browser ini masih sedikit</a:t>
            </a:r>
            <a:endParaRPr sz="1800">
              <a:solidFill>
                <a:schemeClr val="dk1"/>
              </a:solidFill>
              <a:latin typeface="Nunito Light"/>
              <a:ea typeface="Nunito Light"/>
              <a:cs typeface="Nunito Light"/>
              <a:sym typeface="Nunito Light"/>
            </a:endParaRPr>
          </a:p>
          <a:p>
            <a:pPr marL="457200" lvl="0" indent="-342900" algn="just" rtl="0">
              <a:spcBef>
                <a:spcPts val="0"/>
              </a:spcBef>
              <a:spcAft>
                <a:spcPts val="0"/>
              </a:spcAft>
              <a:buClr>
                <a:schemeClr val="dk1"/>
              </a:buClr>
              <a:buSzPts val="1800"/>
              <a:buFont typeface="Nunito Light"/>
              <a:buChar char="-"/>
            </a:pPr>
            <a:r>
              <a:rPr lang="en" sz="1800">
                <a:solidFill>
                  <a:schemeClr val="dk1"/>
                </a:solidFill>
                <a:latin typeface="Nunito Light"/>
                <a:ea typeface="Nunito Light"/>
                <a:cs typeface="Nunito Light"/>
                <a:sym typeface="Nunito Light"/>
              </a:rPr>
              <a:t>Kurang populer</a:t>
            </a:r>
            <a:endParaRPr sz="1800">
              <a:solidFill>
                <a:schemeClr val="dk1"/>
              </a:solidFill>
              <a:latin typeface="Nunito Light"/>
              <a:ea typeface="Nunito Light"/>
              <a:cs typeface="Nunito Light"/>
              <a:sym typeface="Nunito 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pic>
        <p:nvPicPr>
          <p:cNvPr id="144" name="Google Shape;144;p24"/>
          <p:cNvPicPr preferRelativeResize="0"/>
          <p:nvPr/>
        </p:nvPicPr>
        <p:blipFill>
          <a:blip r:embed="rId3">
            <a:alphaModFix/>
          </a:blip>
          <a:stretch>
            <a:fillRect/>
          </a:stretch>
        </p:blipFill>
        <p:spPr>
          <a:xfrm>
            <a:off x="8072550" y="3427400"/>
            <a:ext cx="1590675" cy="1590675"/>
          </a:xfrm>
          <a:prstGeom prst="rect">
            <a:avLst/>
          </a:prstGeom>
          <a:noFill/>
          <a:ln>
            <a:noFill/>
          </a:ln>
          <a:effectLst>
            <a:outerShdw blurRad="828675" dist="19050" dir="5400000" algn="bl" rotWithShape="0">
              <a:srgbClr val="FFFF00">
                <a:alpha val="30000"/>
              </a:srgbClr>
            </a:outerShdw>
          </a:effectLst>
        </p:spPr>
      </p:pic>
      <p:sp>
        <p:nvSpPr>
          <p:cNvPr id="145" name="Google Shape;145;p24"/>
          <p:cNvSpPr txBox="1">
            <a:spLocks noGrp="1"/>
          </p:cNvSpPr>
          <p:nvPr>
            <p:ph type="ctrTitle"/>
          </p:nvPr>
        </p:nvSpPr>
        <p:spPr>
          <a:xfrm>
            <a:off x="365425" y="1149323"/>
            <a:ext cx="6713100" cy="612600"/>
          </a:xfrm>
          <a:prstGeom prst="rect">
            <a:avLst/>
          </a:prstGeom>
        </p:spPr>
        <p:txBody>
          <a:bodyPr spcFirstLastPara="1" wrap="square" lIns="91425" tIns="91425" rIns="91425" bIns="91425" anchor="b" anchorCtr="0">
            <a:normAutofit/>
          </a:bodyPr>
          <a:lstStyle/>
          <a:p>
            <a:pPr marL="457200" lvl="0" indent="-381000" algn="l" rtl="0">
              <a:spcBef>
                <a:spcPts val="0"/>
              </a:spcBef>
              <a:spcAft>
                <a:spcPts val="0"/>
              </a:spcAft>
              <a:buSzPts val="2400"/>
              <a:buFont typeface="Nunito Light"/>
              <a:buAutoNum type="arabicPeriod"/>
            </a:pPr>
            <a:r>
              <a:rPr lang="en" sz="2400">
                <a:latin typeface="Nunito Light"/>
                <a:ea typeface="Nunito Light"/>
                <a:cs typeface="Nunito Light"/>
                <a:sym typeface="Nunito Light"/>
              </a:rPr>
              <a:t>Keamanan dan Privasi</a:t>
            </a:r>
            <a:endParaRPr sz="2400">
              <a:latin typeface="Nunito Light"/>
              <a:ea typeface="Nunito Light"/>
              <a:cs typeface="Nunito Light"/>
              <a:sym typeface="Nunito Light"/>
            </a:endParaRPr>
          </a:p>
        </p:txBody>
      </p:sp>
      <p:pic>
        <p:nvPicPr>
          <p:cNvPr id="146" name="Google Shape;146;p24"/>
          <p:cNvPicPr preferRelativeResize="0"/>
          <p:nvPr/>
        </p:nvPicPr>
        <p:blipFill>
          <a:blip r:embed="rId4">
            <a:alphaModFix/>
          </a:blip>
          <a:stretch>
            <a:fillRect/>
          </a:stretch>
        </p:blipFill>
        <p:spPr>
          <a:xfrm>
            <a:off x="2358387" y="1859325"/>
            <a:ext cx="4427224" cy="2889999"/>
          </a:xfrm>
          <a:prstGeom prst="rect">
            <a:avLst/>
          </a:prstGeom>
          <a:noFill/>
          <a:ln>
            <a:noFill/>
          </a:ln>
        </p:spPr>
      </p:pic>
      <p:pic>
        <p:nvPicPr>
          <p:cNvPr id="147" name="Google Shape;147;p24"/>
          <p:cNvPicPr preferRelativeResize="0"/>
          <p:nvPr/>
        </p:nvPicPr>
        <p:blipFill>
          <a:blip r:embed="rId5">
            <a:alphaModFix/>
          </a:blip>
          <a:stretch>
            <a:fillRect/>
          </a:stretch>
        </p:blipFill>
        <p:spPr>
          <a:xfrm>
            <a:off x="8306775" y="239395"/>
            <a:ext cx="1328424" cy="1380280"/>
          </a:xfrm>
          <a:prstGeom prst="rect">
            <a:avLst/>
          </a:prstGeom>
          <a:noFill/>
          <a:ln>
            <a:noFill/>
          </a:ln>
          <a:effectLst>
            <a:outerShdw blurRad="828675" dist="19050" dir="5400000" algn="bl" rotWithShape="0">
              <a:srgbClr val="FFFF00">
                <a:alpha val="30000"/>
              </a:srgbClr>
            </a:outerShdw>
          </a:effectLst>
        </p:spPr>
      </p:pic>
      <p:pic>
        <p:nvPicPr>
          <p:cNvPr id="148" name="Google Shape;148;p24"/>
          <p:cNvPicPr preferRelativeResize="0"/>
          <p:nvPr/>
        </p:nvPicPr>
        <p:blipFill>
          <a:blip r:embed="rId6">
            <a:alphaModFix/>
          </a:blip>
          <a:stretch>
            <a:fillRect/>
          </a:stretch>
        </p:blipFill>
        <p:spPr>
          <a:xfrm>
            <a:off x="8253050" y="1859325"/>
            <a:ext cx="1328425" cy="1328425"/>
          </a:xfrm>
          <a:prstGeom prst="rect">
            <a:avLst/>
          </a:prstGeom>
          <a:noFill/>
          <a:ln>
            <a:noFill/>
          </a:ln>
          <a:effectLst>
            <a:outerShdw blurRad="828675" dist="19050" dir="5400000" algn="bl" rotWithShape="0">
              <a:srgbClr val="FFFF00">
                <a:alpha val="30000"/>
              </a:srgbClr>
            </a:outerShdw>
          </a:effectLst>
        </p:spPr>
      </p:pic>
      <p:pic>
        <p:nvPicPr>
          <p:cNvPr id="149" name="Google Shape;149;p24"/>
          <p:cNvPicPr preferRelativeResize="0"/>
          <p:nvPr/>
        </p:nvPicPr>
        <p:blipFill>
          <a:blip r:embed="rId7">
            <a:alphaModFix/>
          </a:blip>
          <a:stretch>
            <a:fillRect/>
          </a:stretch>
        </p:blipFill>
        <p:spPr>
          <a:xfrm>
            <a:off x="8396575" y="0"/>
            <a:ext cx="2641476" cy="5143500"/>
          </a:xfrm>
          <a:prstGeom prst="rect">
            <a:avLst/>
          </a:prstGeom>
          <a:noFill/>
          <a:ln>
            <a:noFill/>
          </a:ln>
        </p:spPr>
      </p:pic>
      <p:sp>
        <p:nvSpPr>
          <p:cNvPr id="150" name="Google Shape;150;p24"/>
          <p:cNvSpPr txBox="1">
            <a:spLocks noGrp="1"/>
          </p:cNvSpPr>
          <p:nvPr>
            <p:ph type="ctrTitle"/>
          </p:nvPr>
        </p:nvSpPr>
        <p:spPr>
          <a:xfrm>
            <a:off x="744533" y="400525"/>
            <a:ext cx="6439500" cy="7488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sz="3000">
                <a:latin typeface="Nunito ExtraBold"/>
                <a:ea typeface="Nunito ExtraBold"/>
                <a:cs typeface="Nunito ExtraBold"/>
                <a:sym typeface="Nunito ExtraBold"/>
              </a:rPr>
              <a:t>PERBEDAAN BENTUK INTERAKSI</a:t>
            </a:r>
            <a:endParaRPr sz="3000">
              <a:latin typeface="Nunito ExtraBold"/>
              <a:ea typeface="Nunito ExtraBold"/>
              <a:cs typeface="Nunito ExtraBold"/>
              <a:sym typeface="Nunito ExtraBo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5"/>
          <p:cNvSpPr txBox="1">
            <a:spLocks noGrp="1"/>
          </p:cNvSpPr>
          <p:nvPr>
            <p:ph type="ctrTitle"/>
          </p:nvPr>
        </p:nvSpPr>
        <p:spPr>
          <a:xfrm flipH="1">
            <a:off x="853247" y="1761925"/>
            <a:ext cx="3235200" cy="7488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sz="1800">
                <a:latin typeface="Nunito Light"/>
                <a:ea typeface="Nunito Light"/>
                <a:cs typeface="Nunito Light"/>
                <a:sym typeface="Nunito Light"/>
              </a:rPr>
              <a:t>Apa yang anda lakukan baru baru ini</a:t>
            </a:r>
            <a:endParaRPr sz="1800">
              <a:latin typeface="Nunito Light"/>
              <a:ea typeface="Nunito Light"/>
              <a:cs typeface="Nunito Light"/>
              <a:sym typeface="Nunito Light"/>
            </a:endParaRPr>
          </a:p>
        </p:txBody>
      </p:sp>
      <p:pic>
        <p:nvPicPr>
          <p:cNvPr id="156" name="Google Shape;156;p25"/>
          <p:cNvPicPr preferRelativeResize="0"/>
          <p:nvPr/>
        </p:nvPicPr>
        <p:blipFill rotWithShape="1">
          <a:blip r:embed="rId3">
            <a:alphaModFix/>
          </a:blip>
          <a:srcRect t="37163" b="8191"/>
          <a:stretch/>
        </p:blipFill>
        <p:spPr>
          <a:xfrm>
            <a:off x="4446800" y="1678025"/>
            <a:ext cx="2824700" cy="3113449"/>
          </a:xfrm>
          <a:prstGeom prst="rect">
            <a:avLst/>
          </a:prstGeom>
          <a:noFill/>
          <a:ln>
            <a:noFill/>
          </a:ln>
        </p:spPr>
      </p:pic>
      <p:pic>
        <p:nvPicPr>
          <p:cNvPr id="157" name="Google Shape;157;p25"/>
          <p:cNvPicPr preferRelativeResize="0"/>
          <p:nvPr/>
        </p:nvPicPr>
        <p:blipFill>
          <a:blip r:embed="rId4">
            <a:alphaModFix/>
          </a:blip>
          <a:stretch>
            <a:fillRect/>
          </a:stretch>
        </p:blipFill>
        <p:spPr>
          <a:xfrm>
            <a:off x="8072550" y="3427400"/>
            <a:ext cx="1590675" cy="1590675"/>
          </a:xfrm>
          <a:prstGeom prst="rect">
            <a:avLst/>
          </a:prstGeom>
          <a:noFill/>
          <a:ln>
            <a:noFill/>
          </a:ln>
          <a:effectLst>
            <a:outerShdw blurRad="828675" dist="19050" dir="5400000" algn="bl" rotWithShape="0">
              <a:srgbClr val="FFFF00">
                <a:alpha val="30000"/>
              </a:srgbClr>
            </a:outerShdw>
          </a:effectLst>
        </p:spPr>
      </p:pic>
      <p:pic>
        <p:nvPicPr>
          <p:cNvPr id="158" name="Google Shape;158;p25"/>
          <p:cNvPicPr preferRelativeResize="0"/>
          <p:nvPr/>
        </p:nvPicPr>
        <p:blipFill>
          <a:blip r:embed="rId5">
            <a:alphaModFix/>
          </a:blip>
          <a:stretch>
            <a:fillRect/>
          </a:stretch>
        </p:blipFill>
        <p:spPr>
          <a:xfrm>
            <a:off x="8306775" y="239395"/>
            <a:ext cx="1328424" cy="1380280"/>
          </a:xfrm>
          <a:prstGeom prst="rect">
            <a:avLst/>
          </a:prstGeom>
          <a:noFill/>
          <a:ln>
            <a:noFill/>
          </a:ln>
          <a:effectLst>
            <a:outerShdw blurRad="828675" dist="19050" dir="5400000" algn="bl" rotWithShape="0">
              <a:srgbClr val="FFFF00">
                <a:alpha val="30000"/>
              </a:srgbClr>
            </a:outerShdw>
          </a:effectLst>
        </p:spPr>
      </p:pic>
      <p:pic>
        <p:nvPicPr>
          <p:cNvPr id="159" name="Google Shape;159;p25"/>
          <p:cNvPicPr preferRelativeResize="0"/>
          <p:nvPr/>
        </p:nvPicPr>
        <p:blipFill>
          <a:blip r:embed="rId6">
            <a:alphaModFix/>
          </a:blip>
          <a:stretch>
            <a:fillRect/>
          </a:stretch>
        </p:blipFill>
        <p:spPr>
          <a:xfrm>
            <a:off x="8253050" y="1859325"/>
            <a:ext cx="1328425" cy="1328425"/>
          </a:xfrm>
          <a:prstGeom prst="rect">
            <a:avLst/>
          </a:prstGeom>
          <a:noFill/>
          <a:ln>
            <a:noFill/>
          </a:ln>
          <a:effectLst>
            <a:outerShdw blurRad="828675" dist="19050" dir="5400000" algn="bl" rotWithShape="0">
              <a:srgbClr val="FFFF00">
                <a:alpha val="30000"/>
              </a:srgbClr>
            </a:outerShdw>
          </a:effectLst>
        </p:spPr>
      </p:pic>
      <p:pic>
        <p:nvPicPr>
          <p:cNvPr id="160" name="Google Shape;160;p25"/>
          <p:cNvPicPr preferRelativeResize="0"/>
          <p:nvPr/>
        </p:nvPicPr>
        <p:blipFill>
          <a:blip r:embed="rId7">
            <a:alphaModFix/>
          </a:blip>
          <a:stretch>
            <a:fillRect/>
          </a:stretch>
        </p:blipFill>
        <p:spPr>
          <a:xfrm>
            <a:off x="8396575" y="0"/>
            <a:ext cx="2641476" cy="5143500"/>
          </a:xfrm>
          <a:prstGeom prst="rect">
            <a:avLst/>
          </a:prstGeom>
          <a:noFill/>
          <a:ln>
            <a:noFill/>
          </a:ln>
        </p:spPr>
      </p:pic>
      <p:sp>
        <p:nvSpPr>
          <p:cNvPr id="161" name="Google Shape;161;p25"/>
          <p:cNvSpPr txBox="1">
            <a:spLocks noGrp="1"/>
          </p:cNvSpPr>
          <p:nvPr>
            <p:ph type="ctrTitle"/>
          </p:nvPr>
        </p:nvSpPr>
        <p:spPr>
          <a:xfrm>
            <a:off x="365425" y="1149323"/>
            <a:ext cx="6713100" cy="612600"/>
          </a:xfrm>
          <a:prstGeom prst="rect">
            <a:avLst/>
          </a:prstGeom>
        </p:spPr>
        <p:txBody>
          <a:bodyPr spcFirstLastPara="1" wrap="square" lIns="91425" tIns="91425" rIns="91425" bIns="91425" anchor="b" anchorCtr="0">
            <a:normAutofit/>
          </a:bodyPr>
          <a:lstStyle/>
          <a:p>
            <a:pPr marL="457200" lvl="0" indent="-381000" algn="l" rtl="0">
              <a:spcBef>
                <a:spcPts val="0"/>
              </a:spcBef>
              <a:spcAft>
                <a:spcPts val="0"/>
              </a:spcAft>
              <a:buSzPts val="2400"/>
              <a:buFont typeface="Nunito Light"/>
              <a:buAutoNum type="arabicPeriod"/>
            </a:pPr>
            <a:r>
              <a:rPr lang="en" sz="2400">
                <a:latin typeface="Nunito Light"/>
                <a:ea typeface="Nunito Light"/>
                <a:cs typeface="Nunito Light"/>
                <a:sym typeface="Nunito Light"/>
              </a:rPr>
              <a:t>Kegunaan</a:t>
            </a:r>
            <a:endParaRPr sz="2400">
              <a:latin typeface="Nunito Light"/>
              <a:ea typeface="Nunito Light"/>
              <a:cs typeface="Nunito Light"/>
              <a:sym typeface="Nunito Light"/>
            </a:endParaRPr>
          </a:p>
        </p:txBody>
      </p:sp>
      <p:sp>
        <p:nvSpPr>
          <p:cNvPr id="162" name="Google Shape;162;p25"/>
          <p:cNvSpPr txBox="1">
            <a:spLocks noGrp="1"/>
          </p:cNvSpPr>
          <p:nvPr>
            <p:ph type="ctrTitle"/>
          </p:nvPr>
        </p:nvSpPr>
        <p:spPr>
          <a:xfrm>
            <a:off x="744533" y="400525"/>
            <a:ext cx="6439500" cy="7488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sz="3000">
                <a:latin typeface="Nunito ExtraBold"/>
                <a:ea typeface="Nunito ExtraBold"/>
                <a:cs typeface="Nunito ExtraBold"/>
                <a:sym typeface="Nunito ExtraBold"/>
              </a:rPr>
              <a:t>PERBEDAAN BENTUK INTERAKSI</a:t>
            </a:r>
            <a:endParaRPr sz="3000">
              <a:latin typeface="Nunito ExtraBold"/>
              <a:ea typeface="Nunito ExtraBold"/>
              <a:cs typeface="Nunito ExtraBold"/>
              <a:sym typeface="Nunito ExtraBo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pic>
        <p:nvPicPr>
          <p:cNvPr id="167" name="Google Shape;167;p26"/>
          <p:cNvPicPr preferRelativeResize="0"/>
          <p:nvPr/>
        </p:nvPicPr>
        <p:blipFill rotWithShape="1">
          <a:blip r:embed="rId3">
            <a:alphaModFix/>
          </a:blip>
          <a:srcRect t="38337" b="22844"/>
          <a:stretch/>
        </p:blipFill>
        <p:spPr>
          <a:xfrm>
            <a:off x="4220925" y="1713250"/>
            <a:ext cx="3598650" cy="3118899"/>
          </a:xfrm>
          <a:prstGeom prst="rect">
            <a:avLst/>
          </a:prstGeom>
          <a:noFill/>
          <a:ln>
            <a:noFill/>
          </a:ln>
        </p:spPr>
      </p:pic>
      <p:pic>
        <p:nvPicPr>
          <p:cNvPr id="168" name="Google Shape;168;p26"/>
          <p:cNvPicPr preferRelativeResize="0"/>
          <p:nvPr/>
        </p:nvPicPr>
        <p:blipFill>
          <a:blip r:embed="rId4">
            <a:alphaModFix/>
          </a:blip>
          <a:stretch>
            <a:fillRect/>
          </a:stretch>
        </p:blipFill>
        <p:spPr>
          <a:xfrm>
            <a:off x="8072550" y="3427400"/>
            <a:ext cx="1590675" cy="1590675"/>
          </a:xfrm>
          <a:prstGeom prst="rect">
            <a:avLst/>
          </a:prstGeom>
          <a:noFill/>
          <a:ln>
            <a:noFill/>
          </a:ln>
          <a:effectLst>
            <a:outerShdw blurRad="828675" dist="19050" dir="5400000" algn="bl" rotWithShape="0">
              <a:srgbClr val="FFFF00">
                <a:alpha val="30000"/>
              </a:srgbClr>
            </a:outerShdw>
          </a:effectLst>
        </p:spPr>
      </p:pic>
      <p:pic>
        <p:nvPicPr>
          <p:cNvPr id="169" name="Google Shape;169;p26"/>
          <p:cNvPicPr preferRelativeResize="0"/>
          <p:nvPr/>
        </p:nvPicPr>
        <p:blipFill>
          <a:blip r:embed="rId5">
            <a:alphaModFix/>
          </a:blip>
          <a:stretch>
            <a:fillRect/>
          </a:stretch>
        </p:blipFill>
        <p:spPr>
          <a:xfrm>
            <a:off x="8306775" y="239395"/>
            <a:ext cx="1328424" cy="1380280"/>
          </a:xfrm>
          <a:prstGeom prst="rect">
            <a:avLst/>
          </a:prstGeom>
          <a:noFill/>
          <a:ln>
            <a:noFill/>
          </a:ln>
          <a:effectLst>
            <a:outerShdw blurRad="828675" dist="19050" dir="5400000" algn="bl" rotWithShape="0">
              <a:srgbClr val="FFFF00">
                <a:alpha val="30000"/>
              </a:srgbClr>
            </a:outerShdw>
          </a:effectLst>
        </p:spPr>
      </p:pic>
      <p:pic>
        <p:nvPicPr>
          <p:cNvPr id="170" name="Google Shape;170;p26"/>
          <p:cNvPicPr preferRelativeResize="0"/>
          <p:nvPr/>
        </p:nvPicPr>
        <p:blipFill>
          <a:blip r:embed="rId6">
            <a:alphaModFix/>
          </a:blip>
          <a:stretch>
            <a:fillRect/>
          </a:stretch>
        </p:blipFill>
        <p:spPr>
          <a:xfrm>
            <a:off x="8253050" y="1859325"/>
            <a:ext cx="1328425" cy="1328425"/>
          </a:xfrm>
          <a:prstGeom prst="rect">
            <a:avLst/>
          </a:prstGeom>
          <a:noFill/>
          <a:ln>
            <a:noFill/>
          </a:ln>
          <a:effectLst>
            <a:outerShdw blurRad="828675" dist="19050" dir="5400000" algn="bl" rotWithShape="0">
              <a:srgbClr val="FFFF00">
                <a:alpha val="30000"/>
              </a:srgbClr>
            </a:outerShdw>
          </a:effectLst>
        </p:spPr>
      </p:pic>
      <p:pic>
        <p:nvPicPr>
          <p:cNvPr id="171" name="Google Shape;171;p26"/>
          <p:cNvPicPr preferRelativeResize="0"/>
          <p:nvPr/>
        </p:nvPicPr>
        <p:blipFill>
          <a:blip r:embed="rId7">
            <a:alphaModFix/>
          </a:blip>
          <a:stretch>
            <a:fillRect/>
          </a:stretch>
        </p:blipFill>
        <p:spPr>
          <a:xfrm>
            <a:off x="8396575" y="0"/>
            <a:ext cx="2641476" cy="5143500"/>
          </a:xfrm>
          <a:prstGeom prst="rect">
            <a:avLst/>
          </a:prstGeom>
          <a:noFill/>
          <a:ln>
            <a:noFill/>
          </a:ln>
        </p:spPr>
      </p:pic>
      <p:sp>
        <p:nvSpPr>
          <p:cNvPr id="172" name="Google Shape;172;p26"/>
          <p:cNvSpPr txBox="1">
            <a:spLocks noGrp="1"/>
          </p:cNvSpPr>
          <p:nvPr>
            <p:ph type="ctrTitle"/>
          </p:nvPr>
        </p:nvSpPr>
        <p:spPr>
          <a:xfrm flipH="1">
            <a:off x="853250" y="1761925"/>
            <a:ext cx="3235200" cy="262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800">
                <a:latin typeface="Nunito Light"/>
                <a:ea typeface="Nunito Light"/>
                <a:cs typeface="Nunito Light"/>
                <a:sym typeface="Nunito Light"/>
              </a:rPr>
              <a:t>seberapa baik anda bekerja di semua perangkat anda</a:t>
            </a:r>
            <a:endParaRPr sz="1800">
              <a:latin typeface="Nunito Light"/>
              <a:ea typeface="Nunito Light"/>
              <a:cs typeface="Nunito Light"/>
              <a:sym typeface="Nunito Light"/>
            </a:endParaRPr>
          </a:p>
        </p:txBody>
      </p:sp>
      <p:sp>
        <p:nvSpPr>
          <p:cNvPr id="173" name="Google Shape;173;p26"/>
          <p:cNvSpPr txBox="1">
            <a:spLocks noGrp="1"/>
          </p:cNvSpPr>
          <p:nvPr>
            <p:ph type="ctrTitle"/>
          </p:nvPr>
        </p:nvSpPr>
        <p:spPr>
          <a:xfrm>
            <a:off x="365425" y="1149323"/>
            <a:ext cx="6713100" cy="612600"/>
          </a:xfrm>
          <a:prstGeom prst="rect">
            <a:avLst/>
          </a:prstGeom>
        </p:spPr>
        <p:txBody>
          <a:bodyPr spcFirstLastPara="1" wrap="square" lIns="91425" tIns="91425" rIns="91425" bIns="91425" anchor="b" anchorCtr="0">
            <a:normAutofit/>
          </a:bodyPr>
          <a:lstStyle/>
          <a:p>
            <a:pPr marL="457200" lvl="0" indent="-381000" algn="l" rtl="0">
              <a:spcBef>
                <a:spcPts val="0"/>
              </a:spcBef>
              <a:spcAft>
                <a:spcPts val="0"/>
              </a:spcAft>
              <a:buSzPts val="2400"/>
              <a:buFont typeface="Nunito Light"/>
              <a:buAutoNum type="arabicPeriod"/>
            </a:pPr>
            <a:r>
              <a:rPr lang="en" sz="2400">
                <a:latin typeface="Nunito Light"/>
                <a:ea typeface="Nunito Light"/>
                <a:cs typeface="Nunito Light"/>
                <a:sym typeface="Nunito Light"/>
              </a:rPr>
              <a:t>Portabilitas</a:t>
            </a:r>
            <a:endParaRPr sz="2400">
              <a:latin typeface="Nunito Light"/>
              <a:ea typeface="Nunito Light"/>
              <a:cs typeface="Nunito Light"/>
              <a:sym typeface="Nunito Light"/>
            </a:endParaRPr>
          </a:p>
        </p:txBody>
      </p:sp>
      <p:sp>
        <p:nvSpPr>
          <p:cNvPr id="174" name="Google Shape;174;p26"/>
          <p:cNvSpPr txBox="1">
            <a:spLocks noGrp="1"/>
          </p:cNvSpPr>
          <p:nvPr>
            <p:ph type="ctrTitle"/>
          </p:nvPr>
        </p:nvSpPr>
        <p:spPr>
          <a:xfrm>
            <a:off x="744533" y="400525"/>
            <a:ext cx="6439500" cy="7488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sz="3000">
                <a:latin typeface="Nunito ExtraBold"/>
                <a:ea typeface="Nunito ExtraBold"/>
                <a:cs typeface="Nunito ExtraBold"/>
                <a:sym typeface="Nunito ExtraBold"/>
              </a:rPr>
              <a:t>PERBEDAAN BENTUK INTERAKSI</a:t>
            </a:r>
            <a:endParaRPr sz="3000">
              <a:latin typeface="Nunito ExtraBold"/>
              <a:ea typeface="Nunito ExtraBold"/>
              <a:cs typeface="Nunito ExtraBold"/>
              <a:sym typeface="Nunito ExtraBo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7"/>
          <p:cNvSpPr txBox="1">
            <a:spLocks noGrp="1"/>
          </p:cNvSpPr>
          <p:nvPr>
            <p:ph type="ctrTitle"/>
          </p:nvPr>
        </p:nvSpPr>
        <p:spPr>
          <a:xfrm>
            <a:off x="744517" y="400525"/>
            <a:ext cx="3344100" cy="7488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sz="3000">
                <a:latin typeface="Nunito ExtraBold"/>
                <a:ea typeface="Nunito ExtraBold"/>
                <a:cs typeface="Nunito ExtraBold"/>
                <a:sym typeface="Nunito ExtraBold"/>
              </a:rPr>
              <a:t>KESIMPULAN</a:t>
            </a:r>
            <a:endParaRPr sz="3000">
              <a:latin typeface="Nunito ExtraBold"/>
              <a:ea typeface="Nunito ExtraBold"/>
              <a:cs typeface="Nunito ExtraBold"/>
              <a:sym typeface="Nunito ExtraBold"/>
            </a:endParaRPr>
          </a:p>
        </p:txBody>
      </p:sp>
      <p:sp>
        <p:nvSpPr>
          <p:cNvPr id="180" name="Google Shape;180;p27"/>
          <p:cNvSpPr txBox="1">
            <a:spLocks noGrp="1"/>
          </p:cNvSpPr>
          <p:nvPr>
            <p:ph type="ctrTitle"/>
          </p:nvPr>
        </p:nvSpPr>
        <p:spPr>
          <a:xfrm flipH="1">
            <a:off x="218425" y="2198650"/>
            <a:ext cx="7038300" cy="1997400"/>
          </a:xfrm>
          <a:prstGeom prst="rect">
            <a:avLst/>
          </a:prstGeom>
        </p:spPr>
        <p:txBody>
          <a:bodyPr spcFirstLastPara="1" wrap="square" lIns="91425" tIns="91425" rIns="91425" bIns="91425" anchor="b" anchorCtr="0">
            <a:noAutofit/>
          </a:bodyPr>
          <a:lstStyle/>
          <a:p>
            <a:pPr marL="457200" lvl="0" indent="-344170" algn="just" rtl="0">
              <a:spcBef>
                <a:spcPts val="0"/>
              </a:spcBef>
              <a:spcAft>
                <a:spcPts val="0"/>
              </a:spcAft>
              <a:buSzPts val="1820"/>
              <a:buFont typeface="Nunito Light"/>
              <a:buAutoNum type="arabicPeriod"/>
            </a:pPr>
            <a:r>
              <a:rPr lang="en" sz="1820">
                <a:latin typeface="Nunito Light"/>
                <a:ea typeface="Nunito Light"/>
                <a:cs typeface="Nunito Light"/>
                <a:sym typeface="Nunito Light"/>
              </a:rPr>
              <a:t>Brave membedakan dirinya dari peramban Chromium lainnya dengan fokus pada privasi pengguna terutama memblokir pelacak, skrip, dan iklan secara default.</a:t>
            </a:r>
            <a:endParaRPr sz="1820">
              <a:latin typeface="Nunito Light"/>
              <a:ea typeface="Nunito Light"/>
              <a:cs typeface="Nunito Light"/>
              <a:sym typeface="Nunito Light"/>
            </a:endParaRPr>
          </a:p>
          <a:p>
            <a:pPr marL="457200" lvl="0" indent="0" algn="just" rtl="0">
              <a:spcBef>
                <a:spcPts val="0"/>
              </a:spcBef>
              <a:spcAft>
                <a:spcPts val="0"/>
              </a:spcAft>
              <a:buSzPts val="990"/>
              <a:buNone/>
            </a:pPr>
            <a:endParaRPr sz="1820">
              <a:latin typeface="Nunito Light"/>
              <a:ea typeface="Nunito Light"/>
              <a:cs typeface="Nunito Light"/>
              <a:sym typeface="Nunito Light"/>
            </a:endParaRPr>
          </a:p>
          <a:p>
            <a:pPr marL="457200" lvl="0" indent="-344170" algn="just" rtl="0">
              <a:spcBef>
                <a:spcPts val="0"/>
              </a:spcBef>
              <a:spcAft>
                <a:spcPts val="0"/>
              </a:spcAft>
              <a:buSzPts val="1820"/>
              <a:buFont typeface="Nunito Light"/>
              <a:buAutoNum type="arabicPeriod"/>
            </a:pPr>
            <a:r>
              <a:rPr lang="en" sz="1820">
                <a:latin typeface="Nunito Light"/>
                <a:ea typeface="Nunito Light"/>
                <a:cs typeface="Nunito Light"/>
                <a:sym typeface="Nunito Light"/>
              </a:rPr>
              <a:t>Firefox memblokir banyak pelacak pihak ketiga, penambang kripto, dan pelacak sidik jari agar tidak mengikuti Anda secara default.</a:t>
            </a:r>
            <a:endParaRPr sz="1820">
              <a:latin typeface="Nunito Light"/>
              <a:ea typeface="Nunito Light"/>
              <a:cs typeface="Nunito Light"/>
              <a:sym typeface="Nunito Light"/>
            </a:endParaRPr>
          </a:p>
          <a:p>
            <a:pPr marL="457200" lvl="0" indent="0" algn="just" rtl="0">
              <a:spcBef>
                <a:spcPts val="0"/>
              </a:spcBef>
              <a:spcAft>
                <a:spcPts val="0"/>
              </a:spcAft>
              <a:buSzPts val="990"/>
              <a:buNone/>
            </a:pPr>
            <a:endParaRPr sz="1820">
              <a:latin typeface="Nunito Light"/>
              <a:ea typeface="Nunito Light"/>
              <a:cs typeface="Nunito Light"/>
              <a:sym typeface="Nunito Light"/>
            </a:endParaRPr>
          </a:p>
          <a:p>
            <a:pPr marL="457200" lvl="0" indent="-344170" algn="just" rtl="0">
              <a:spcBef>
                <a:spcPts val="0"/>
              </a:spcBef>
              <a:spcAft>
                <a:spcPts val="0"/>
              </a:spcAft>
              <a:buSzPts val="1820"/>
              <a:buFont typeface="Nunito Light"/>
              <a:buAutoNum type="arabicPeriod"/>
            </a:pPr>
            <a:r>
              <a:rPr lang="en" sz="1820">
                <a:latin typeface="Nunito Light"/>
                <a:ea typeface="Nunito Light"/>
                <a:cs typeface="Nunito Light"/>
                <a:sym typeface="Nunito Light"/>
              </a:rPr>
              <a:t>Chrome terbukti sebagai peramban Web yang aman, namun rekam jejak privasinya masih dipertanyakan.</a:t>
            </a:r>
            <a:endParaRPr sz="1820">
              <a:latin typeface="Nunito Light"/>
              <a:ea typeface="Nunito Light"/>
              <a:cs typeface="Nunito Light"/>
              <a:sym typeface="Nunito Light"/>
            </a:endParaRPr>
          </a:p>
        </p:txBody>
      </p:sp>
      <p:pic>
        <p:nvPicPr>
          <p:cNvPr id="181" name="Google Shape;181;p27"/>
          <p:cNvPicPr preferRelativeResize="0"/>
          <p:nvPr/>
        </p:nvPicPr>
        <p:blipFill>
          <a:blip r:embed="rId3">
            <a:alphaModFix/>
          </a:blip>
          <a:stretch>
            <a:fillRect/>
          </a:stretch>
        </p:blipFill>
        <p:spPr>
          <a:xfrm>
            <a:off x="8072550" y="3427400"/>
            <a:ext cx="1590675" cy="1590675"/>
          </a:xfrm>
          <a:prstGeom prst="rect">
            <a:avLst/>
          </a:prstGeom>
          <a:noFill/>
          <a:ln>
            <a:noFill/>
          </a:ln>
          <a:effectLst>
            <a:outerShdw blurRad="828675" dist="19050" dir="5400000" algn="bl" rotWithShape="0">
              <a:srgbClr val="FFFF00">
                <a:alpha val="30000"/>
              </a:srgbClr>
            </a:outerShdw>
          </a:effectLst>
        </p:spPr>
      </p:pic>
      <p:pic>
        <p:nvPicPr>
          <p:cNvPr id="182" name="Google Shape;182;p27"/>
          <p:cNvPicPr preferRelativeResize="0"/>
          <p:nvPr/>
        </p:nvPicPr>
        <p:blipFill>
          <a:blip r:embed="rId4">
            <a:alphaModFix/>
          </a:blip>
          <a:stretch>
            <a:fillRect/>
          </a:stretch>
        </p:blipFill>
        <p:spPr>
          <a:xfrm>
            <a:off x="8306775" y="239395"/>
            <a:ext cx="1328424" cy="1380280"/>
          </a:xfrm>
          <a:prstGeom prst="rect">
            <a:avLst/>
          </a:prstGeom>
          <a:noFill/>
          <a:ln>
            <a:noFill/>
          </a:ln>
          <a:effectLst>
            <a:outerShdw blurRad="828675" dist="19050" dir="5400000" algn="bl" rotWithShape="0">
              <a:srgbClr val="FFFF00">
                <a:alpha val="30000"/>
              </a:srgbClr>
            </a:outerShdw>
          </a:effectLst>
        </p:spPr>
      </p:pic>
      <p:pic>
        <p:nvPicPr>
          <p:cNvPr id="183" name="Google Shape;183;p27"/>
          <p:cNvPicPr preferRelativeResize="0"/>
          <p:nvPr/>
        </p:nvPicPr>
        <p:blipFill>
          <a:blip r:embed="rId5">
            <a:alphaModFix/>
          </a:blip>
          <a:stretch>
            <a:fillRect/>
          </a:stretch>
        </p:blipFill>
        <p:spPr>
          <a:xfrm>
            <a:off x="8253050" y="1859325"/>
            <a:ext cx="1328425" cy="1328425"/>
          </a:xfrm>
          <a:prstGeom prst="rect">
            <a:avLst/>
          </a:prstGeom>
          <a:noFill/>
          <a:ln>
            <a:noFill/>
          </a:ln>
          <a:effectLst>
            <a:outerShdw blurRad="828675" dist="19050" dir="5400000" algn="bl" rotWithShape="0">
              <a:srgbClr val="FFFF00">
                <a:alpha val="30000"/>
              </a:srgbClr>
            </a:outerShdw>
          </a:effectLst>
        </p:spPr>
      </p:pic>
      <p:pic>
        <p:nvPicPr>
          <p:cNvPr id="184" name="Google Shape;184;p27"/>
          <p:cNvPicPr preferRelativeResize="0"/>
          <p:nvPr/>
        </p:nvPicPr>
        <p:blipFill>
          <a:blip r:embed="rId6">
            <a:alphaModFix/>
          </a:blip>
          <a:stretch>
            <a:fillRect/>
          </a:stretch>
        </p:blipFill>
        <p:spPr>
          <a:xfrm>
            <a:off x="8396575" y="0"/>
            <a:ext cx="2641476" cy="5143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8"/>
          <p:cNvSpPr txBox="1">
            <a:spLocks noGrp="1"/>
          </p:cNvSpPr>
          <p:nvPr>
            <p:ph type="ctrTitle"/>
          </p:nvPr>
        </p:nvSpPr>
        <p:spPr>
          <a:xfrm flipH="1">
            <a:off x="218425" y="1149325"/>
            <a:ext cx="7038300" cy="3035700"/>
          </a:xfrm>
          <a:prstGeom prst="rect">
            <a:avLst/>
          </a:prstGeom>
        </p:spPr>
        <p:txBody>
          <a:bodyPr spcFirstLastPara="1" wrap="square" lIns="91425" tIns="91425" rIns="91425" bIns="91425" anchor="b" anchorCtr="0">
            <a:noAutofit/>
          </a:bodyPr>
          <a:lstStyle/>
          <a:p>
            <a:pPr marL="457200" lvl="0" indent="0" algn="just" rtl="0">
              <a:spcBef>
                <a:spcPts val="0"/>
              </a:spcBef>
              <a:spcAft>
                <a:spcPts val="0"/>
              </a:spcAft>
              <a:buNone/>
            </a:pPr>
            <a:endParaRPr sz="1800">
              <a:latin typeface="Nunito Light"/>
              <a:ea typeface="Nunito Light"/>
              <a:cs typeface="Nunito Light"/>
              <a:sym typeface="Nunito Light"/>
            </a:endParaRPr>
          </a:p>
          <a:p>
            <a:pPr marL="457200" lvl="0" indent="-342900" algn="just" rtl="0">
              <a:spcBef>
                <a:spcPts val="0"/>
              </a:spcBef>
              <a:spcAft>
                <a:spcPts val="0"/>
              </a:spcAft>
              <a:buSzPts val="1800"/>
              <a:buFont typeface="Nunito Light"/>
              <a:buAutoNum type="arabicPeriod"/>
            </a:pPr>
            <a:r>
              <a:rPr lang="en" sz="1800">
                <a:latin typeface="Nunito Light"/>
                <a:ea typeface="Nunito Light"/>
                <a:cs typeface="Nunito Light"/>
                <a:sym typeface="Nunito Light"/>
              </a:rPr>
              <a:t>Brave hadir dengan beragam fitur dan “pengaya” yang mungkin beratribusi dalam penggunaan RAM mereka yang lebih banyak. </a:t>
            </a:r>
            <a:endParaRPr sz="1800">
              <a:latin typeface="Nunito Light"/>
              <a:ea typeface="Nunito Light"/>
              <a:cs typeface="Nunito Light"/>
              <a:sym typeface="Nunito Light"/>
            </a:endParaRPr>
          </a:p>
          <a:p>
            <a:pPr marL="457200" lvl="0" indent="0" algn="just" rtl="0">
              <a:spcBef>
                <a:spcPts val="0"/>
              </a:spcBef>
              <a:spcAft>
                <a:spcPts val="0"/>
              </a:spcAft>
              <a:buNone/>
            </a:pPr>
            <a:endParaRPr sz="1800">
              <a:latin typeface="Nunito Light"/>
              <a:ea typeface="Nunito Light"/>
              <a:cs typeface="Nunito Light"/>
              <a:sym typeface="Nunito Light"/>
            </a:endParaRPr>
          </a:p>
          <a:p>
            <a:pPr marL="457200" lvl="0" indent="-342900" algn="just" rtl="0">
              <a:spcBef>
                <a:spcPts val="0"/>
              </a:spcBef>
              <a:spcAft>
                <a:spcPts val="0"/>
              </a:spcAft>
              <a:buSzPts val="1800"/>
              <a:buFont typeface="Nunito Light"/>
              <a:buAutoNum type="arabicPeriod"/>
            </a:pPr>
            <a:r>
              <a:rPr lang="en" sz="1800">
                <a:latin typeface="Nunito Light"/>
                <a:ea typeface="Nunito Light"/>
                <a:cs typeface="Nunito Light"/>
                <a:sym typeface="Nunito Light"/>
              </a:rPr>
              <a:t>Firefox, memungkinkan Anda memilih ekstensi dan pengaya yang ingin Anda gunakan.</a:t>
            </a:r>
            <a:endParaRPr sz="1800">
              <a:latin typeface="Nunito Light"/>
              <a:ea typeface="Nunito Light"/>
              <a:cs typeface="Nunito Light"/>
              <a:sym typeface="Nunito Light"/>
            </a:endParaRPr>
          </a:p>
          <a:p>
            <a:pPr marL="457200" lvl="0" indent="0" algn="just" rtl="0">
              <a:spcBef>
                <a:spcPts val="0"/>
              </a:spcBef>
              <a:spcAft>
                <a:spcPts val="0"/>
              </a:spcAft>
              <a:buNone/>
            </a:pPr>
            <a:endParaRPr sz="1800">
              <a:latin typeface="Nunito Light"/>
              <a:ea typeface="Nunito Light"/>
              <a:cs typeface="Nunito Light"/>
              <a:sym typeface="Nunito Light"/>
            </a:endParaRPr>
          </a:p>
          <a:p>
            <a:pPr marL="457200" lvl="0" indent="-342900" algn="just" rtl="0">
              <a:spcBef>
                <a:spcPts val="0"/>
              </a:spcBef>
              <a:spcAft>
                <a:spcPts val="0"/>
              </a:spcAft>
              <a:buSzPts val="1800"/>
              <a:buFont typeface="Nunito Light"/>
              <a:buAutoNum type="arabicPeriod"/>
            </a:pPr>
            <a:r>
              <a:rPr lang="en" sz="1800">
                <a:latin typeface="Nunito Light"/>
                <a:ea typeface="Nunito Light"/>
                <a:cs typeface="Nunito Light"/>
                <a:sym typeface="Nunito Light"/>
              </a:rPr>
              <a:t>Chrome memiliki pustaka ekstensi dan pengaya yang besar, dengan katalog Chrome yang jauh melebihi jumlah peramban lain sembari mengintegrasikan dengan baik pada layanan Google, seperti Gmail dan Google Docs.</a:t>
            </a:r>
            <a:endParaRPr sz="1800">
              <a:latin typeface="Nunito Light"/>
              <a:ea typeface="Nunito Light"/>
              <a:cs typeface="Nunito Light"/>
              <a:sym typeface="Nunito Light"/>
            </a:endParaRPr>
          </a:p>
        </p:txBody>
      </p:sp>
      <p:sp>
        <p:nvSpPr>
          <p:cNvPr id="190" name="Google Shape;190;p28"/>
          <p:cNvSpPr txBox="1">
            <a:spLocks noGrp="1"/>
          </p:cNvSpPr>
          <p:nvPr>
            <p:ph type="ctrTitle"/>
          </p:nvPr>
        </p:nvSpPr>
        <p:spPr>
          <a:xfrm>
            <a:off x="744517" y="400525"/>
            <a:ext cx="3344100" cy="7488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sz="3000">
                <a:latin typeface="Nunito ExtraBold"/>
                <a:ea typeface="Nunito ExtraBold"/>
                <a:cs typeface="Nunito ExtraBold"/>
                <a:sym typeface="Nunito ExtraBold"/>
              </a:rPr>
              <a:t>KESIMPULAN</a:t>
            </a:r>
            <a:endParaRPr sz="3000">
              <a:latin typeface="Nunito ExtraBold"/>
              <a:ea typeface="Nunito ExtraBold"/>
              <a:cs typeface="Nunito ExtraBold"/>
              <a:sym typeface="Nunito ExtraBold"/>
            </a:endParaRPr>
          </a:p>
        </p:txBody>
      </p:sp>
      <p:pic>
        <p:nvPicPr>
          <p:cNvPr id="191" name="Google Shape;191;p28"/>
          <p:cNvPicPr preferRelativeResize="0"/>
          <p:nvPr/>
        </p:nvPicPr>
        <p:blipFill>
          <a:blip r:embed="rId3">
            <a:alphaModFix/>
          </a:blip>
          <a:stretch>
            <a:fillRect/>
          </a:stretch>
        </p:blipFill>
        <p:spPr>
          <a:xfrm>
            <a:off x="8072550" y="3427400"/>
            <a:ext cx="1590675" cy="1590675"/>
          </a:xfrm>
          <a:prstGeom prst="rect">
            <a:avLst/>
          </a:prstGeom>
          <a:noFill/>
          <a:ln>
            <a:noFill/>
          </a:ln>
          <a:effectLst>
            <a:outerShdw blurRad="828675" dist="19050" dir="5400000" algn="bl" rotWithShape="0">
              <a:srgbClr val="FFFF00">
                <a:alpha val="30000"/>
              </a:srgbClr>
            </a:outerShdw>
          </a:effectLst>
        </p:spPr>
      </p:pic>
      <p:pic>
        <p:nvPicPr>
          <p:cNvPr id="192" name="Google Shape;192;p28"/>
          <p:cNvPicPr preferRelativeResize="0"/>
          <p:nvPr/>
        </p:nvPicPr>
        <p:blipFill>
          <a:blip r:embed="rId4">
            <a:alphaModFix/>
          </a:blip>
          <a:stretch>
            <a:fillRect/>
          </a:stretch>
        </p:blipFill>
        <p:spPr>
          <a:xfrm>
            <a:off x="8306775" y="239395"/>
            <a:ext cx="1328424" cy="1380280"/>
          </a:xfrm>
          <a:prstGeom prst="rect">
            <a:avLst/>
          </a:prstGeom>
          <a:noFill/>
          <a:ln>
            <a:noFill/>
          </a:ln>
          <a:effectLst>
            <a:outerShdw blurRad="828675" dist="19050" dir="5400000" algn="bl" rotWithShape="0">
              <a:srgbClr val="FFFF00">
                <a:alpha val="30000"/>
              </a:srgbClr>
            </a:outerShdw>
          </a:effectLst>
        </p:spPr>
      </p:pic>
      <p:pic>
        <p:nvPicPr>
          <p:cNvPr id="193" name="Google Shape;193;p28"/>
          <p:cNvPicPr preferRelativeResize="0"/>
          <p:nvPr/>
        </p:nvPicPr>
        <p:blipFill>
          <a:blip r:embed="rId5">
            <a:alphaModFix/>
          </a:blip>
          <a:stretch>
            <a:fillRect/>
          </a:stretch>
        </p:blipFill>
        <p:spPr>
          <a:xfrm>
            <a:off x="8253050" y="1859325"/>
            <a:ext cx="1328425" cy="1328425"/>
          </a:xfrm>
          <a:prstGeom prst="rect">
            <a:avLst/>
          </a:prstGeom>
          <a:noFill/>
          <a:ln>
            <a:noFill/>
          </a:ln>
          <a:effectLst>
            <a:outerShdw blurRad="828675" dist="19050" dir="5400000" algn="bl" rotWithShape="0">
              <a:srgbClr val="FFFF00">
                <a:alpha val="30000"/>
              </a:srgbClr>
            </a:outerShdw>
          </a:effectLst>
        </p:spPr>
      </p:pic>
      <p:pic>
        <p:nvPicPr>
          <p:cNvPr id="194" name="Google Shape;194;p28"/>
          <p:cNvPicPr preferRelativeResize="0"/>
          <p:nvPr/>
        </p:nvPicPr>
        <p:blipFill>
          <a:blip r:embed="rId6">
            <a:alphaModFix/>
          </a:blip>
          <a:stretch>
            <a:fillRect/>
          </a:stretch>
        </p:blipFill>
        <p:spPr>
          <a:xfrm>
            <a:off x="8396575" y="0"/>
            <a:ext cx="2641476" cy="5143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29"/>
          <p:cNvSpPr txBox="1">
            <a:spLocks noGrp="1"/>
          </p:cNvSpPr>
          <p:nvPr>
            <p:ph type="ctrTitle"/>
          </p:nvPr>
        </p:nvSpPr>
        <p:spPr>
          <a:xfrm>
            <a:off x="2852250" y="2243400"/>
            <a:ext cx="3439500" cy="656700"/>
          </a:xfrm>
          <a:prstGeom prst="rect">
            <a:avLst/>
          </a:prstGeom>
          <a:effectLst>
            <a:outerShdw blurRad="500063" dist="19050" dir="5400000" algn="bl" rotWithShape="0">
              <a:srgbClr val="FFFF00">
                <a:alpha val="39000"/>
              </a:srgbClr>
            </a:outerShdw>
            <a:reflection stA="35000" endPos="48000" fadeDir="5400012" sy="-100000" algn="bl" rotWithShape="0"/>
          </a:effectLst>
        </p:spPr>
        <p:txBody>
          <a:bodyPr spcFirstLastPara="1" wrap="square" lIns="91425" tIns="91425" rIns="91425" bIns="91425" anchor="b" anchorCtr="0">
            <a:normAutofit/>
          </a:bodyPr>
          <a:lstStyle/>
          <a:p>
            <a:pPr marL="0" lvl="0" indent="0" algn="ctr" rtl="0">
              <a:spcBef>
                <a:spcPts val="0"/>
              </a:spcBef>
              <a:spcAft>
                <a:spcPts val="0"/>
              </a:spcAft>
              <a:buNone/>
            </a:pPr>
            <a:r>
              <a:rPr lang="en" sz="3000">
                <a:latin typeface="Nunito ExtraBold"/>
                <a:ea typeface="Nunito ExtraBold"/>
                <a:cs typeface="Nunito ExtraBold"/>
                <a:sym typeface="Nunito ExtraBold"/>
              </a:rPr>
              <a:t>THANK YOU</a:t>
            </a:r>
            <a:endParaRPr sz="3000">
              <a:latin typeface="Nunito ExtraBold"/>
              <a:ea typeface="Nunito ExtraBold"/>
              <a:cs typeface="Nunito ExtraBold"/>
              <a:sym typeface="Nunito ExtraBold"/>
            </a:endParaRPr>
          </a:p>
        </p:txBody>
      </p:sp>
    </p:spTree>
  </p:cSld>
  <p:clrMapOvr>
    <a:masterClrMapping/>
  </p:clrMapOvr>
</p:sld>
</file>

<file path=ppt/theme/theme1.xml><?xml version="1.0" encoding="utf-8"?>
<a:theme xmlns:a="http://schemas.openxmlformats.org/drawingml/2006/main"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570</Words>
  <Application>Microsoft Office PowerPoint</Application>
  <PresentationFormat>On-screen Show (16:9)</PresentationFormat>
  <Paragraphs>77</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Nunito Light</vt:lpstr>
      <vt:lpstr>Nunito ExtraBold</vt:lpstr>
      <vt:lpstr>Arial</vt:lpstr>
      <vt:lpstr>Simple Dark</vt:lpstr>
      <vt:lpstr>FIREFOX VS CHROME VS BRAVE</vt:lpstr>
      <vt:lpstr>KELOMPOK 4</vt:lpstr>
      <vt:lpstr>TAMPILAN DAN BENTUK INTERAKSI KEPADA USER:FIREFOX</vt:lpstr>
      <vt:lpstr>TAMPILAN DAN BENTUK INTERAKSI KEPADA USER:CHROME </vt:lpstr>
      <vt:lpstr>TAMPILAN DAN BENTUK INTERAKSI KEPADA USER:BRAVE </vt:lpstr>
      <vt:lpstr>KELEBIHAN FIREFOX BROWSER</vt:lpstr>
      <vt:lpstr>KEKURANGAN FIREFOX BROWSER</vt:lpstr>
      <vt:lpstr>KELEBIHAN CHROME BROWSER</vt:lpstr>
      <vt:lpstr>KEKURANGAN CHROME BROWSER</vt:lpstr>
      <vt:lpstr>KELEBIHAN BRAVE BROWSER</vt:lpstr>
      <vt:lpstr>KEKURANGAN BRAVE BROWSER</vt:lpstr>
      <vt:lpstr>Keamanan dan Privasi</vt:lpstr>
      <vt:lpstr>Apa yang anda lakukan baru baru ini</vt:lpstr>
      <vt:lpstr>seberapa baik anda bekerja di semua perangkat anda</vt:lpstr>
      <vt:lpstr>KESIMPULAN</vt:lpstr>
      <vt:lpstr> Brave hadir dengan beragam fitur dan “pengaya” yang mungkin beratribusi dalam penggunaan RAM mereka yang lebih banyak.   Firefox, memungkinkan Anda memilih ekstensi dan pengaya yang ingin Anda gunakan.  Chrome memiliki pustaka ekstensi dan pengaya yang besar, dengan katalog Chrome yang jauh melebihi jumlah peramban lain sembari mengintegrasikan dengan baik pada layanan Google, seperti Gmail dan Google Docs.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FIREFOX VS CHROME VS BRAVE</dc:title>
  <dc:creator>R A M A</dc:creator>
  <cp:lastModifiedBy>‎Rama ‎</cp:lastModifiedBy>
  <cp:revision>1</cp:revision>
  <dcterms:modified xsi:type="dcterms:W3CDTF">2023-10-09T08:50:26Z</dcterms:modified>
</cp:coreProperties>
</file>