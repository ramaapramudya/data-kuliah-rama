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0AFF"/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4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B0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3267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Perancangan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dan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Implementasi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Informasi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Bisnis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untuk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Mendukung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Operasional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Startup </a:t>
            </a:r>
            <a:r>
              <a:rPr lang="en-US" sz="44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Berbasis</a:t>
            </a: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Digital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818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Nama 		: Rama Pramudya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Wibisana</a:t>
            </a:r>
            <a:endParaRPr lang="en-US" sz="1750" dirty="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NIM 		: 2022320019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Program Studi 	: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Sistem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Informasi</a:t>
            </a:r>
            <a:endParaRPr lang="en-US" sz="1750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Pebimbing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	: Mardi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Yudhi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Putra, S.T.,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M.Kom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8C8CA-9D66-74DD-3A69-FA073A5FD004}"/>
              </a:ext>
            </a:extLst>
          </p:cNvPr>
          <p:cNvSpPr/>
          <p:nvPr/>
        </p:nvSpPr>
        <p:spPr>
          <a:xfrm>
            <a:off x="12832422" y="7730450"/>
            <a:ext cx="1797978" cy="499149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507"/>
            <a:ext cx="130428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Latar </a:t>
            </a:r>
            <a:r>
              <a:rPr lang="en-US" sz="42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Belakang</a:t>
            </a: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 </a:t>
            </a:r>
            <a:r>
              <a:rPr lang="en-US" sz="42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Tantangan</a:t>
            </a: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Operasional</a:t>
            </a: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Startup Digital </a:t>
            </a:r>
            <a:endParaRPr lang="en-US" sz="4200" dirty="0"/>
          </a:p>
          <a:p>
            <a:pPr marL="0" indent="0" algn="l">
              <a:lnSpc>
                <a:spcPts val="5300"/>
              </a:lnSpc>
              <a:buNone/>
            </a:pP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516862"/>
            <a:ext cx="299454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Fenomena &amp; Isu Utama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3790" y="3068836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Indonesia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memiliki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sekitar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2.500+ startup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namun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masih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banyak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yang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kesulitan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mengelola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secara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efektif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4008473"/>
            <a:ext cx="62585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UMKM digital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seringkali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dihadapi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kendala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seperti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proses manual,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pencatatan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dan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kurangnya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akses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pembiayaan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6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4943594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 "Tech Winter"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menuntut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profitabilitas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arus</a:t>
            </a: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kas </a:t>
            </a:r>
            <a:r>
              <a:rPr lang="en-US" sz="16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berkelanjutan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pertumbuhan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semata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6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892" y="1331537"/>
            <a:ext cx="4428162" cy="442816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3790" y="5950982"/>
            <a:ext cx="13042821" cy="1647111"/>
          </a:xfrm>
          <a:prstGeom prst="roundRect">
            <a:avLst>
              <a:gd name="adj" fmla="val 8882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763310" y="5950982"/>
            <a:ext cx="121920" cy="1647111"/>
          </a:xfrm>
          <a:prstGeom prst="roundRect">
            <a:avLst>
              <a:gd name="adj" fmla="val 7423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1131094" y="619684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Urgensi Penelitian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31094" y="6662618"/>
            <a:ext cx="1245965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Pengembangan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terintegrasi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krusial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dapat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membantu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dalam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mengelola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data,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meningkatkan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dan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membuat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keputusan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mendukung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pertumbuhan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berkelanjutan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tengah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tantangan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650" dirty="0"/>
          </a:p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63C086-2E46-ACF7-DAC8-E4487D754070}"/>
              </a:ext>
            </a:extLst>
          </p:cNvPr>
          <p:cNvSpPr/>
          <p:nvPr/>
        </p:nvSpPr>
        <p:spPr>
          <a:xfrm>
            <a:off x="12832422" y="7730450"/>
            <a:ext cx="1797978" cy="499149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973598"/>
            <a:ext cx="8894802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Rumusan Masalah, Tujuan, dan Manfaat Penelitian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81526" y="1828661"/>
            <a:ext cx="6356628" cy="2394018"/>
          </a:xfrm>
          <a:prstGeom prst="roundRect">
            <a:avLst>
              <a:gd name="adj" fmla="val 3682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663" y="2026543"/>
            <a:ext cx="226695" cy="1813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96" y="2009994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Rumusan Masalah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298496" y="2587425"/>
            <a:ext cx="569452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merancang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mengimplementasikan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efektif</a:t>
            </a: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digital? </a:t>
            </a:r>
          </a:p>
          <a:p>
            <a:pPr marL="342900" indent="-342900">
              <a:lnSpc>
                <a:spcPts val="18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Fitur-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esensial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dibutuhkan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manajemen</a:t>
            </a: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transaksi</a:t>
            </a: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dan </a:t>
            </a: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pelaporan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terintegrasi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 </a:t>
            </a:r>
            <a:endParaRPr lang="en-US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298496" y="2897009"/>
            <a:ext cx="569452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526" y="4716326"/>
            <a:ext cx="6356628" cy="2442358"/>
          </a:xfrm>
          <a:prstGeom prst="roundRect">
            <a:avLst>
              <a:gd name="adj" fmla="val 368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63" y="4914208"/>
            <a:ext cx="226695" cy="181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96" y="4897659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Tujuan Penelitian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298496" y="5341528"/>
            <a:ext cx="569452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Umum: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Merancang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membangun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mendukung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seluruh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digital. </a:t>
            </a:r>
          </a:p>
          <a:p>
            <a:pPr marL="342900" indent="-342900">
              <a:lnSpc>
                <a:spcPts val="1800"/>
              </a:lnSpc>
              <a:buSzPct val="100000"/>
              <a:buFontTx/>
              <a:buChar char="•"/>
            </a:pPr>
            <a:r>
              <a:rPr lang="en-US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Khusus</a:t>
            </a: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Menganalisis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kebutuhan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merancang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arsitektur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terintegrasi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dan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mengimplementasikan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dirty="0"/>
          </a:p>
          <a:p>
            <a:pPr algn="l">
              <a:lnSpc>
                <a:spcPts val="1800"/>
              </a:lnSpc>
              <a:buSzPct val="100000"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298496" y="5784674"/>
            <a:ext cx="569452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499866" y="1838935"/>
            <a:ext cx="6356628" cy="2394018"/>
          </a:xfrm>
          <a:prstGeom prst="roundRect">
            <a:avLst>
              <a:gd name="adj" fmla="val 354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0"/>
          <p:cNvSpPr/>
          <p:nvPr/>
        </p:nvSpPr>
        <p:spPr>
          <a:xfrm>
            <a:off x="7652623" y="1981419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76669"/>
            <a:ext cx="195858" cy="244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52623" y="2561967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Manfaat Akademis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652623" y="3221593"/>
            <a:ext cx="605111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Kontribusi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pengetahuan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tentang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perancangan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dalam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konteks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 Indonesia. </a:t>
            </a:r>
            <a:endParaRPr lang="en-US" dirty="0"/>
          </a:p>
          <a:p>
            <a:pPr marL="0" indent="0" algn="l">
              <a:lnSpc>
                <a:spcPts val="1800"/>
              </a:lnSpc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499866" y="4836584"/>
            <a:ext cx="6356628" cy="2394018"/>
          </a:xfrm>
          <a:prstGeom prst="roundRect">
            <a:avLst>
              <a:gd name="adj" fmla="val 354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4"/>
          <p:cNvSpPr/>
          <p:nvPr/>
        </p:nvSpPr>
        <p:spPr>
          <a:xfrm>
            <a:off x="7652623" y="4917423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5012673"/>
            <a:ext cx="195858" cy="244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2623" y="5497972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Manfaat Praktis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652623" y="6126777"/>
            <a:ext cx="605111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Menyediakan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panduan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prototipe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meningkatkan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manajemen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startup. </a:t>
            </a:r>
            <a:endParaRPr lang="en-US" dirty="0"/>
          </a:p>
          <a:p>
            <a:pPr marL="0" indent="0" algn="l">
              <a:lnSpc>
                <a:spcPts val="1800"/>
              </a:lnSpc>
              <a:buNone/>
            </a:pP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D45421-24E3-D224-5705-F4EB1C156B80}"/>
              </a:ext>
            </a:extLst>
          </p:cNvPr>
          <p:cNvSpPr/>
          <p:nvPr/>
        </p:nvSpPr>
        <p:spPr>
          <a:xfrm>
            <a:off x="12832422" y="7730450"/>
            <a:ext cx="1797978" cy="499149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021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Tinjauan</a:t>
            </a: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Pustaka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146340"/>
            <a:ext cx="907256" cy="1335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68897" y="2327791"/>
            <a:ext cx="386405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 Informasi Manajemen (SIM)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368897" y="2720102"/>
            <a:ext cx="646771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Katalisator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mengubah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meningkatkan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interaksi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organisasi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482102"/>
            <a:ext cx="907256" cy="1335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68897" y="366355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368897" y="4055864"/>
            <a:ext cx="646771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digital;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memerlukan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pendukung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transaksi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digital.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817864"/>
            <a:ext cx="907256" cy="1335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68897" y="499931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368897" y="5391626"/>
            <a:ext cx="646771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Tampilan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&amp;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pengalaman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loyalitas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kemudahan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interaksi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6153626"/>
            <a:ext cx="907256" cy="13357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68897" y="63350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PIECES Framework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368897" y="6727388"/>
            <a:ext cx="646771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Kerangka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kerja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kepuasan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(Performance, Information, Economics, Control, Efficiency, Service).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A9C4FA-54CE-169C-C27C-52E2B9A3F1CE}"/>
              </a:ext>
            </a:extLst>
          </p:cNvPr>
          <p:cNvSpPr/>
          <p:nvPr/>
        </p:nvSpPr>
        <p:spPr>
          <a:xfrm>
            <a:off x="12832422" y="7730450"/>
            <a:ext cx="1797978" cy="499149"/>
          </a:xfrm>
          <a:prstGeom prst="rect">
            <a:avLst/>
          </a:prstGeom>
          <a:solidFill>
            <a:srgbClr val="2B0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261"/>
            <a:ext cx="843462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Analisis Penelitian Terdahulu &amp; Identifikasi Gap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2152531"/>
            <a:ext cx="263354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Ringkasan Penelitian Relevan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530316"/>
            <a:ext cx="768179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50"/>
              </a:lnSpc>
              <a:buSzPct val="100000"/>
              <a:buFontTx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Nita </a:t>
            </a:r>
            <a:r>
              <a:rPr lang="en-US" sz="140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Artaningsih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al. (2023):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kepuasan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pada </a:t>
            </a:r>
            <a:r>
              <a:rPr lang="en-US" sz="140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Panak.Id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PIECES Framework (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puas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perlu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peningkatan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3053358"/>
            <a:ext cx="768179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50"/>
              </a:lnSpc>
              <a:buSzPct val="100000"/>
              <a:buFontTx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Bagus Rahmat Wijaya et al. (2022):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e-commerce pada 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 Store Palembang 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penjualan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manual). 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576399"/>
            <a:ext cx="768179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50"/>
              </a:lnSpc>
              <a:buSzPct val="100000"/>
              <a:buFontTx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Lutfi Akbar et al. (2023):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Perancangan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UI/UX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Selfcare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berbasis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website (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kemudahan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transaksi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online). 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4099441"/>
            <a:ext cx="768179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50"/>
              </a:lnSpc>
              <a:buSzPct val="100000"/>
              <a:buFontTx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Nurul Mardhiah Sitio et al. (2023):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Penerapan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 Thinking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"GOSTORE" pada UMKM 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en-US" sz="140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Dapoer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Mama Putri Shinta"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030" y="-82089"/>
            <a:ext cx="5158097" cy="51580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3790" y="5251027"/>
            <a:ext cx="6447711" cy="2117527"/>
          </a:xfrm>
          <a:prstGeom prst="roundRect">
            <a:avLst>
              <a:gd name="adj" fmla="val 2924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809030" y="5266267"/>
            <a:ext cx="6417231" cy="442198"/>
          </a:xfrm>
          <a:prstGeom prst="roundRect">
            <a:avLst>
              <a:gd name="adj" fmla="val 9868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3907036" y="534532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56429" y="5855864"/>
            <a:ext cx="270414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Perbandingan Hasil Terdahulu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56429" y="6174595"/>
            <a:ext cx="612243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Penelitian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sebelumnya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berfokus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pada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aspek-aspek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spesifik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seperti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kepuasan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e-commerce, UI/UX) &amp;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terbatas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pada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kasus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tunggal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88900" y="5251027"/>
            <a:ext cx="6447711" cy="2117527"/>
          </a:xfrm>
          <a:prstGeom prst="roundRect">
            <a:avLst>
              <a:gd name="adj" fmla="val 2924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7404140" y="5266267"/>
            <a:ext cx="6417231" cy="442198"/>
          </a:xfrm>
          <a:prstGeom prst="roundRect">
            <a:avLst>
              <a:gd name="adj" fmla="val 9868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10502146" y="534532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51539" y="5855864"/>
            <a:ext cx="254698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Identifikasi Gap &amp; Kontribusi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51539" y="6174595"/>
            <a:ext cx="612243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Penelitian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sudah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komprehensif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perancangan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holistik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keseluruhan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 </a:t>
            </a:r>
            <a:r>
              <a:rPr lang="en-US" sz="140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umum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51539" y="6734426"/>
            <a:ext cx="612243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Kontribusi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penelitian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adalah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menciptakan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kerangka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kerja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SI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menyeluruh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mengintegrasikan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berbagai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fungsi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kinerja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total. 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177494-CF01-D0F3-53D1-B79CFD736A94}"/>
              </a:ext>
            </a:extLst>
          </p:cNvPr>
          <p:cNvSpPr/>
          <p:nvPr/>
        </p:nvSpPr>
        <p:spPr>
          <a:xfrm>
            <a:off x="12832422" y="7730450"/>
            <a:ext cx="1797978" cy="499149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3635" y="1109543"/>
            <a:ext cx="7669530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400"/>
              </a:lnSpc>
            </a:pP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Kesimpulan: </a:t>
            </a:r>
            <a:r>
              <a:rPr lang="en-US" sz="35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Menuju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Informasi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Bisnis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yang </a:t>
            </a:r>
            <a:r>
              <a:rPr lang="en-US" sz="35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Holistik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3500" dirty="0"/>
          </a:p>
          <a:p>
            <a:pPr marL="0" indent="0" algn="ctr">
              <a:lnSpc>
                <a:spcPts val="4400"/>
              </a:lnSpc>
              <a:buNone/>
            </a:pP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23635" y="2496741"/>
            <a:ext cx="7669530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2B0A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Efisiensi. Pertumbuhan. Keberlanjutan.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6492121" y="4510802"/>
            <a:ext cx="7401044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Penelitian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berfokus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pada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perancangan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mengatasi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tantangan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operasional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digital.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92121" y="5285065"/>
            <a:ext cx="7401044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mengacu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pada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 dan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kasus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sebelumnya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penelitian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menawarkan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Solusi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terintegrasi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komprehensif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penelitian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121" y="6140313"/>
            <a:ext cx="7401044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Diharapkan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dirancang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dapat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menjadi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fondasi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kuat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startup digital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dapat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mencapai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pertumbuhan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bisnis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</a:t>
            </a:r>
            <a:r>
              <a:rPr lang="en-US" sz="140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berkelanjutan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23635" y="4309467"/>
            <a:ext cx="22860" cy="2810589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6CEE20-F769-CC8F-3433-9CA881ACCC84}"/>
              </a:ext>
            </a:extLst>
          </p:cNvPr>
          <p:cNvSpPr/>
          <p:nvPr/>
        </p:nvSpPr>
        <p:spPr>
          <a:xfrm>
            <a:off x="12832422" y="7730450"/>
            <a:ext cx="1797978" cy="499149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576</Words>
  <Application>Microsoft Office PowerPoint</Application>
  <PresentationFormat>Custom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Rama Pramudya</dc:creator>
  <cp:lastModifiedBy>Rama Pramudya</cp:lastModifiedBy>
  <cp:revision>65</cp:revision>
  <dcterms:created xsi:type="dcterms:W3CDTF">2025-08-15T15:57:57Z</dcterms:created>
  <dcterms:modified xsi:type="dcterms:W3CDTF">2025-08-15T17:11:05Z</dcterms:modified>
</cp:coreProperties>
</file>